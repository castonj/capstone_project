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342" r:id="rId5"/>
    <p:sldId id="359" r:id="rId6"/>
    <p:sldId id="373" r:id="rId7"/>
    <p:sldId id="374" r:id="rId8"/>
    <p:sldId id="375" r:id="rId9"/>
    <p:sldId id="365" r:id="rId10"/>
    <p:sldId id="376" r:id="rId11"/>
    <p:sldId id="377" r:id="rId12"/>
    <p:sldId id="378" r:id="rId13"/>
    <p:sldId id="379" r:id="rId14"/>
    <p:sldId id="380" r:id="rId15"/>
    <p:sldId id="38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3FBFE"/>
    <a:srgbClr val="000000"/>
    <a:srgbClr val="FFFFFF"/>
    <a:srgbClr val="05202E"/>
    <a:srgbClr val="0515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10A1B5D5-9B99-4C35-A422-299274C87663}">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4" autoAdjust="0"/>
    <p:restoredTop sz="95388" autoAdjust="0"/>
  </p:normalViewPr>
  <p:slideViewPr>
    <p:cSldViewPr snapToGrid="0" snapToObjects="1" showGuides="1">
      <p:cViewPr varScale="1">
        <p:scale>
          <a:sx n="105" d="100"/>
          <a:sy n="105" d="100"/>
        </p:scale>
        <p:origin x="774" y="114"/>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459878-C319-6BF3-52DC-16FA4340A6C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82FA7FC-DFAE-8499-5A3E-AD9648D7FC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58BFD57-AB0A-470B-A7AF-56DFE7B5174A}" type="datetimeFigureOut">
              <a:rPr lang="en-US" smtClean="0"/>
              <a:t>6/13/2026</a:t>
            </a:fld>
            <a:endParaRPr lang="en-US" dirty="0"/>
          </a:p>
        </p:txBody>
      </p:sp>
      <p:sp>
        <p:nvSpPr>
          <p:cNvPr id="4" name="Footer Placeholder 3">
            <a:extLst>
              <a:ext uri="{FF2B5EF4-FFF2-40B4-BE49-F238E27FC236}">
                <a16:creationId xmlns:a16="http://schemas.microsoft.com/office/drawing/2014/main" id="{4C9C12BB-9544-9F9A-BEDA-E7168643859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D1E77E4-B9A2-A882-9240-3AE65EE2176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D61A1-75D9-49F7-83EB-F5872642613A}" type="slidenum">
              <a:rPr lang="en-US" smtClean="0"/>
              <a:t>‹#›</a:t>
            </a:fld>
            <a:endParaRPr lang="en-US" dirty="0"/>
          </a:p>
        </p:txBody>
      </p:sp>
    </p:spTree>
    <p:extLst>
      <p:ext uri="{BB962C8B-B14F-4D97-AF65-F5344CB8AC3E}">
        <p14:creationId xmlns:p14="http://schemas.microsoft.com/office/powerpoint/2010/main" val="1477327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B3339F-6CEA-4641-BE08-40DAFD6FCF25}" type="datetimeFigureOut">
              <a:rPr lang="en-US" smtClean="0"/>
              <a:t>6/13/2026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F75CB5-5666-5049-9AE0-38EFD385C21E}" type="slidenum">
              <a:rPr lang="en-US" smtClean="0"/>
              <a:t>‹#›</a:t>
            </a:fld>
            <a:endParaRPr lang="en-US" dirty="0"/>
          </a:p>
        </p:txBody>
      </p:sp>
    </p:spTree>
    <p:extLst>
      <p:ext uri="{BB962C8B-B14F-4D97-AF65-F5344CB8AC3E}">
        <p14:creationId xmlns:p14="http://schemas.microsoft.com/office/powerpoint/2010/main" val="475562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Jeremy, and this presentation covers my Online Course Registration System developed as part of the CST499 Capstone course. Throughout this project, I designed, developed, tested, and implemented a web-based application that allows students to register for accounts, enroll in courses, manage their schedules, and view their academic information through a secure web interface.</a:t>
            </a:r>
          </a:p>
        </p:txBody>
      </p:sp>
      <p:sp>
        <p:nvSpPr>
          <p:cNvPr id="4" name="Slide Number Placeholder 3"/>
          <p:cNvSpPr>
            <a:spLocks noGrp="1"/>
          </p:cNvSpPr>
          <p:nvPr>
            <p:ph type="sldNum" sz="quarter" idx="5"/>
          </p:nvPr>
        </p:nvSpPr>
        <p:spPr/>
        <p:txBody>
          <a:bodyPr/>
          <a:lstStyle/>
          <a:p>
            <a:fld id="{DEF75CB5-5666-5049-9AE0-38EFD385C21E}" type="slidenum">
              <a:rPr lang="en-US" smtClean="0"/>
              <a:t>1</a:t>
            </a:fld>
            <a:endParaRPr lang="en-US" dirty="0"/>
          </a:p>
        </p:txBody>
      </p:sp>
    </p:spTree>
    <p:extLst>
      <p:ext uri="{BB962C8B-B14F-4D97-AF65-F5344CB8AC3E}">
        <p14:creationId xmlns:p14="http://schemas.microsoft.com/office/powerpoint/2010/main" val="1575999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this project was to develop a functional course registration system similar to what colleges and universities use. The application was built using PHP, MySQL, HTML, CSS, and JavaScript. Students can create accounts, log in securely, enroll in courses, view their schedules, join waitlists when classes are full, and remove courses from their schedules. The project was developed and tested locally using XAMPP.</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267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the requirements phase, I developed a Software Requirements Specification document that defined the system's functional requirements. The system needed to support student registration, secure login functionality, course enrollment, waitlist management, and database integration. These requirements guided the design and implementation of the application throughout the project.</a:t>
            </a:r>
          </a:p>
        </p:txBody>
      </p:sp>
      <p:sp>
        <p:nvSpPr>
          <p:cNvPr id="4" name="Slide Number Placeholder 3"/>
          <p:cNvSpPr>
            <a:spLocks noGrp="1"/>
          </p:cNvSpPr>
          <p:nvPr>
            <p:ph type="sldNum" sz="quarter" idx="5"/>
          </p:nvPr>
        </p:nvSpPr>
        <p:spPr/>
        <p:txBody>
          <a:bodyPr/>
          <a:lstStyle/>
          <a:p>
            <a:fld id="{DEF75CB5-5666-5049-9AE0-38EFD385C21E}" type="slidenum">
              <a:rPr lang="en-US" smtClean="0"/>
              <a:t>3</a:t>
            </a:fld>
            <a:endParaRPr lang="en-US" dirty="0"/>
          </a:p>
        </p:txBody>
      </p:sp>
    </p:spTree>
    <p:extLst>
      <p:ext uri="{BB962C8B-B14F-4D97-AF65-F5344CB8AC3E}">
        <p14:creationId xmlns:p14="http://schemas.microsoft.com/office/powerpoint/2010/main" val="18601641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UML diagrams were used to visualize the system before development began. The use case diagram identified the interactions between students and the system, including registration, login, enrollment, and schedule management. The class diagram illustrated the relationships between students, courses, enrollments, and waitlist records. These diagrams helped ensure the database and application design met the project requirements.</a:t>
            </a:r>
          </a:p>
        </p:txBody>
      </p:sp>
      <p:sp>
        <p:nvSpPr>
          <p:cNvPr id="4" name="Slide Number Placeholder 3"/>
          <p:cNvSpPr>
            <a:spLocks noGrp="1"/>
          </p:cNvSpPr>
          <p:nvPr>
            <p:ph type="sldNum" sz="quarter" idx="5"/>
          </p:nvPr>
        </p:nvSpPr>
        <p:spPr/>
        <p:txBody>
          <a:bodyPr/>
          <a:lstStyle/>
          <a:p>
            <a:fld id="{DEF75CB5-5666-5049-9AE0-38EFD385C21E}" type="slidenum">
              <a:rPr lang="en-US" smtClean="0"/>
              <a:t>4</a:t>
            </a:fld>
            <a:endParaRPr lang="en-US" dirty="0"/>
          </a:p>
        </p:txBody>
      </p:sp>
    </p:spTree>
    <p:extLst>
      <p:ext uri="{BB962C8B-B14F-4D97-AF65-F5344CB8AC3E}">
        <p14:creationId xmlns:p14="http://schemas.microsoft.com/office/powerpoint/2010/main" val="9350729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landing page serves as the entry point to the application and provides navigation to all major functions. New users can create an account through the registration page. The registration form collects student information and securely stores account credentials in the database using password hashing. Validation checks ensure all required information is entered before an account is created.</a:t>
            </a:r>
          </a:p>
        </p:txBody>
      </p:sp>
      <p:sp>
        <p:nvSpPr>
          <p:cNvPr id="4" name="Slide Number Placeholder 3"/>
          <p:cNvSpPr>
            <a:spLocks noGrp="1"/>
          </p:cNvSpPr>
          <p:nvPr>
            <p:ph type="sldNum" sz="quarter" idx="5"/>
          </p:nvPr>
        </p:nvSpPr>
        <p:spPr/>
        <p:txBody>
          <a:bodyPr/>
          <a:lstStyle/>
          <a:p>
            <a:fld id="{DEF75CB5-5666-5049-9AE0-38EFD385C21E}" type="slidenum">
              <a:rPr lang="en-US" smtClean="0"/>
              <a:t>5</a:t>
            </a:fld>
            <a:endParaRPr lang="en-US" dirty="0"/>
          </a:p>
        </p:txBody>
      </p:sp>
    </p:spTree>
    <p:extLst>
      <p:ext uri="{BB962C8B-B14F-4D97-AF65-F5344CB8AC3E}">
        <p14:creationId xmlns:p14="http://schemas.microsoft.com/office/powerpoint/2010/main" val="29825224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login page authenticates users against information stored in the database. Once authenticated, PHP session management is used to maintain the user's login state. Protected pages such as enrollment and profile pages require authentication before access is granted. This helps prevent unauthorized access to student information.</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EF75CB5-5666-5049-9AE0-38EFD385C21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5012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F75CB5-5666-5049-9AE0-38EFD385C21E}" type="slidenum">
              <a:rPr lang="en-US" smtClean="0"/>
              <a:t>7</a:t>
            </a:fld>
            <a:endParaRPr lang="en-US" dirty="0"/>
          </a:p>
        </p:txBody>
      </p:sp>
    </p:spTree>
    <p:extLst>
      <p:ext uri="{BB962C8B-B14F-4D97-AF65-F5344CB8AC3E}">
        <p14:creationId xmlns:p14="http://schemas.microsoft.com/office/powerpoint/2010/main" val="2493029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profile page displays student information along with all currently enrolled courses. Students can view course details, enrollment dates, and enrollment status. A drop course feature was added to allow students to remove courses from their schedules. When a course is dropped, the enrollment record is removed and course counts are automatically updated in the database.</a:t>
            </a:r>
          </a:p>
        </p:txBody>
      </p:sp>
      <p:sp>
        <p:nvSpPr>
          <p:cNvPr id="4" name="Slide Number Placeholder 3"/>
          <p:cNvSpPr>
            <a:spLocks noGrp="1"/>
          </p:cNvSpPr>
          <p:nvPr>
            <p:ph type="sldNum" sz="quarter" idx="5"/>
          </p:nvPr>
        </p:nvSpPr>
        <p:spPr/>
        <p:txBody>
          <a:bodyPr/>
          <a:lstStyle/>
          <a:p>
            <a:fld id="{DEF75CB5-5666-5049-9AE0-38EFD385C21E}" type="slidenum">
              <a:rPr lang="en-US" smtClean="0"/>
              <a:t>8</a:t>
            </a:fld>
            <a:endParaRPr lang="en-US" dirty="0"/>
          </a:p>
        </p:txBody>
      </p:sp>
    </p:spTree>
    <p:extLst>
      <p:ext uri="{BB962C8B-B14F-4D97-AF65-F5344CB8AC3E}">
        <p14:creationId xmlns:p14="http://schemas.microsoft.com/office/powerpoint/2010/main" val="712487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uses a MySQL database to store and manage system data. The Students table stores user account information. The Courses table contains available course offerings. The Enrollments table tracks registered classes, while the Waitlist table manages students waiting for openings in full courses. PHP database connections and prepared statements were used to securely communicate with the database and help prevent SQL injection vulnerabilities.</a:t>
            </a:r>
          </a:p>
        </p:txBody>
      </p:sp>
      <p:sp>
        <p:nvSpPr>
          <p:cNvPr id="4" name="Slide Number Placeholder 3"/>
          <p:cNvSpPr>
            <a:spLocks noGrp="1"/>
          </p:cNvSpPr>
          <p:nvPr>
            <p:ph type="sldNum" sz="quarter" idx="5"/>
          </p:nvPr>
        </p:nvSpPr>
        <p:spPr/>
        <p:txBody>
          <a:bodyPr/>
          <a:lstStyle/>
          <a:p>
            <a:fld id="{DEF75CB5-5666-5049-9AE0-38EFD385C21E}" type="slidenum">
              <a:rPr lang="en-US" smtClean="0"/>
              <a:t>9</a:t>
            </a:fld>
            <a:endParaRPr lang="en-US" dirty="0"/>
          </a:p>
        </p:txBody>
      </p:sp>
    </p:spTree>
    <p:extLst>
      <p:ext uri="{BB962C8B-B14F-4D97-AF65-F5344CB8AC3E}">
        <p14:creationId xmlns:p14="http://schemas.microsoft.com/office/powerpoint/2010/main" val="3765125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PHP was used to implement all server-side functionality, including registration, login validation, enrollment processing, waitlist management, and course removal. Testing included functional testing, integration testing, and regression testing. Multiple test cases were performed to verify successful registration, enrollment, waitlist placement, and course removal. The completed application met all major project requirements.</a:t>
            </a:r>
          </a:p>
        </p:txBody>
      </p:sp>
      <p:sp>
        <p:nvSpPr>
          <p:cNvPr id="4" name="Slide Number Placeholder 3"/>
          <p:cNvSpPr>
            <a:spLocks noGrp="1"/>
          </p:cNvSpPr>
          <p:nvPr>
            <p:ph type="sldNum" sz="quarter" idx="5"/>
          </p:nvPr>
        </p:nvSpPr>
        <p:spPr/>
        <p:txBody>
          <a:bodyPr/>
          <a:lstStyle/>
          <a:p>
            <a:fld id="{DEF75CB5-5666-5049-9AE0-38EFD385C21E}" type="slidenum">
              <a:rPr lang="en-US" smtClean="0"/>
              <a:t>10</a:t>
            </a:fld>
            <a:endParaRPr lang="en-US" dirty="0"/>
          </a:p>
        </p:txBody>
      </p:sp>
    </p:spTree>
    <p:extLst>
      <p:ext uri="{BB962C8B-B14F-4D97-AF65-F5344CB8AC3E}">
        <p14:creationId xmlns:p14="http://schemas.microsoft.com/office/powerpoint/2010/main" val="1784199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provided valuable experience in software development, database design, testing, and project management. I gained hands-on experience using PHP, MySQL, GitHub, and XAMPP while applying concepts learned throughout the program. One of the most important lessons was the value of planning, testing, and version control throughout the development process. Overall, the project successfully met the requirements and resulted in a fully functional Online Course Registration System.</a:t>
            </a:r>
          </a:p>
        </p:txBody>
      </p:sp>
      <p:sp>
        <p:nvSpPr>
          <p:cNvPr id="4" name="Slide Number Placeholder 3"/>
          <p:cNvSpPr>
            <a:spLocks noGrp="1"/>
          </p:cNvSpPr>
          <p:nvPr>
            <p:ph type="sldNum" sz="quarter" idx="5"/>
          </p:nvPr>
        </p:nvSpPr>
        <p:spPr/>
        <p:txBody>
          <a:bodyPr/>
          <a:lstStyle/>
          <a:p>
            <a:fld id="{DEF75CB5-5666-5049-9AE0-38EFD385C21E}" type="slidenum">
              <a:rPr lang="en-US" smtClean="0"/>
              <a:t>11</a:t>
            </a:fld>
            <a:endParaRPr lang="en-US" dirty="0"/>
          </a:p>
        </p:txBody>
      </p:sp>
    </p:spTree>
    <p:extLst>
      <p:ext uri="{BB962C8B-B14F-4D97-AF65-F5344CB8AC3E}">
        <p14:creationId xmlns:p14="http://schemas.microsoft.com/office/powerpoint/2010/main" val="839213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This concludes my presentation of the Online Course Registration System project.</a:t>
            </a:r>
          </a:p>
        </p:txBody>
      </p:sp>
      <p:sp>
        <p:nvSpPr>
          <p:cNvPr id="4" name="Slide Number Placeholder 3"/>
          <p:cNvSpPr>
            <a:spLocks noGrp="1"/>
          </p:cNvSpPr>
          <p:nvPr>
            <p:ph type="sldNum" sz="quarter" idx="5"/>
          </p:nvPr>
        </p:nvSpPr>
        <p:spPr/>
        <p:txBody>
          <a:bodyPr/>
          <a:lstStyle/>
          <a:p>
            <a:fld id="{DEF75CB5-5666-5049-9AE0-38EFD385C21E}" type="slidenum">
              <a:rPr lang="en-US" smtClean="0"/>
              <a:t>12</a:t>
            </a:fld>
            <a:endParaRPr lang="en-US" dirty="0"/>
          </a:p>
        </p:txBody>
      </p:sp>
    </p:spTree>
    <p:extLst>
      <p:ext uri="{BB962C8B-B14F-4D97-AF65-F5344CB8AC3E}">
        <p14:creationId xmlns:p14="http://schemas.microsoft.com/office/powerpoint/2010/main" val="6615100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Subtitle">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0" y="304799"/>
            <a:ext cx="12191998" cy="3215641"/>
          </a:xfrm>
        </p:spPr>
        <p:txBody>
          <a:bodyPr lIns="0" rIns="0" bIns="0" anchor="b" anchorCtr="0">
            <a:noAutofit/>
          </a:bodyPr>
          <a:lstStyle>
            <a:lvl1pPr algn="ctr">
              <a:defRPr sz="6000" kern="1200" cap="all" spc="300" baseline="0">
                <a:solidFill>
                  <a:schemeClr val="accent3">
                    <a:lumMod val="75000"/>
                  </a:schemeClr>
                </a:solidFill>
              </a:defRPr>
            </a:lvl1pPr>
          </a:lstStyle>
          <a:p>
            <a:r>
              <a:rPr lang="en-US" dirty="0"/>
              <a:t>Click to add title</a:t>
            </a:r>
          </a:p>
        </p:txBody>
      </p:sp>
      <p:sp>
        <p:nvSpPr>
          <p:cNvPr id="12" name="Subtitle 2">
            <a:extLst>
              <a:ext uri="{FF2B5EF4-FFF2-40B4-BE49-F238E27FC236}">
                <a16:creationId xmlns:a16="http://schemas.microsoft.com/office/drawing/2014/main" id="{58B9CAE2-F3DD-D6D3-96C8-D947A4117752}"/>
              </a:ext>
            </a:extLst>
          </p:cNvPr>
          <p:cNvSpPr>
            <a:spLocks noGrp="1"/>
          </p:cNvSpPr>
          <p:nvPr>
            <p:ph type="subTitle" idx="1" hasCustomPrompt="1"/>
          </p:nvPr>
        </p:nvSpPr>
        <p:spPr>
          <a:xfrm>
            <a:off x="3" y="3670628"/>
            <a:ext cx="12191997" cy="2577772"/>
          </a:xfrm>
        </p:spPr>
        <p:txBody>
          <a:bodyPr>
            <a:noAutofit/>
          </a:bodyPr>
          <a:lstStyle>
            <a:lvl1pPr marL="0" indent="0" algn="ctr">
              <a:buNone/>
              <a:defRPr sz="3200" b="0" i="0" cap="all" spc="600" baseline="0">
                <a:solidFill>
                  <a:schemeClr val="accent3"/>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4119321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gradFill>
          <a:gsLst>
            <a:gs pos="93000">
              <a:schemeClr val="tx2"/>
            </a:gs>
            <a:gs pos="81000">
              <a:schemeClr val="accent6">
                <a:lumMod val="50000"/>
              </a:schemeClr>
            </a:gs>
            <a:gs pos="27000">
              <a:schemeClr val="tx1"/>
            </a:gs>
            <a:gs pos="8000">
              <a:schemeClr val="accent4">
                <a:lumMod val="75000"/>
              </a:schemeClr>
            </a:gs>
            <a:gs pos="0">
              <a:schemeClr val="accent4"/>
            </a:gs>
            <a:gs pos="99000">
              <a:schemeClr val="tx2">
                <a:lumMod val="40000"/>
                <a:lumOff val="60000"/>
              </a:schemeClr>
            </a:gs>
          </a:gsLst>
          <a:lin ang="12600000" scaled="0"/>
        </a:gra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1BA6450-E291-DC40-F198-C02B485137B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 y="1"/>
            <a:ext cx="12192003" cy="6857999"/>
          </a:xfrm>
          <a:prstGeom prst="rect">
            <a:avLst/>
          </a:prstGeom>
        </p:spPr>
      </p:pic>
      <p:sp>
        <p:nvSpPr>
          <p:cNvPr id="2" name="Title 1">
            <a:extLst>
              <a:ext uri="{FF2B5EF4-FFF2-40B4-BE49-F238E27FC236}">
                <a16:creationId xmlns:a16="http://schemas.microsoft.com/office/drawing/2014/main" id="{3A462FF1-D97D-8505-FE7F-8B2DB411A8B1}"/>
              </a:ext>
            </a:extLst>
          </p:cNvPr>
          <p:cNvSpPr>
            <a:spLocks noGrp="1"/>
          </p:cNvSpPr>
          <p:nvPr>
            <p:ph type="title" hasCustomPrompt="1"/>
          </p:nvPr>
        </p:nvSpPr>
        <p:spPr>
          <a:xfrm>
            <a:off x="3" y="1821180"/>
            <a:ext cx="12191994" cy="3215641"/>
          </a:xfrm>
        </p:spPr>
        <p:txBody>
          <a:bodyPr lIns="0" rIns="0" bIns="0" anchor="ctr" anchorCtr="0">
            <a:noAutofit/>
          </a:bodyPr>
          <a:lstStyle>
            <a:lvl1pPr algn="ctr">
              <a:defRPr sz="6000" kern="1200" cap="all" spc="300" baseline="0">
                <a:solidFill>
                  <a:schemeClr val="accent3">
                    <a:lumMod val="75000"/>
                  </a:schemeClr>
                </a:solidFill>
              </a:defRPr>
            </a:lvl1pPr>
          </a:lstStyle>
          <a:p>
            <a:r>
              <a:rPr lang="en-US" dirty="0"/>
              <a:t>Click to add title</a:t>
            </a:r>
          </a:p>
        </p:txBody>
      </p:sp>
    </p:spTree>
    <p:extLst>
      <p:ext uri="{BB962C8B-B14F-4D97-AF65-F5344CB8AC3E}">
        <p14:creationId xmlns:p14="http://schemas.microsoft.com/office/powerpoint/2010/main" val="163504510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3">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A084D09-1B2D-4EE2-82A7-83196133B801}"/>
              </a:ext>
              <a:ext uri="{C183D7F6-B498-43B3-948B-1728B52AA6E4}">
                <adec:decorative xmlns:adec="http://schemas.microsoft.com/office/drawing/2017/decorative" val="1"/>
              </a:ext>
            </a:extLst>
          </p:cNvPr>
          <p:cNvGrpSpPr/>
          <p:nvPr userDrawn="1"/>
        </p:nvGrpSpPr>
        <p:grpSpPr>
          <a:xfrm>
            <a:off x="0" y="-6350"/>
            <a:ext cx="12185769" cy="6864350"/>
            <a:chOff x="0" y="-6350"/>
            <a:chExt cx="12185769" cy="6864350"/>
          </a:xfrm>
        </p:grpSpPr>
        <p:sp>
          <p:nvSpPr>
            <p:cNvPr id="4" name="Rectangle 3">
              <a:extLst>
                <a:ext uri="{FF2B5EF4-FFF2-40B4-BE49-F238E27FC236}">
                  <a16:creationId xmlns:a16="http://schemas.microsoft.com/office/drawing/2014/main" id="{53860AA6-1B14-DF89-B725-CC444E502028}"/>
                </a:ext>
                <a:ext uri="{C183D7F6-B498-43B3-948B-1728B52AA6E4}">
                  <adec:decorative xmlns:adec="http://schemas.microsoft.com/office/drawing/2017/decorative" val="1"/>
                </a:ext>
              </a:extLst>
            </p:cNvPr>
            <p:cNvSpPr/>
            <p:nvPr/>
          </p:nvSpPr>
          <p:spPr>
            <a:xfrm>
              <a:off x="0" y="-6350"/>
              <a:ext cx="6160393"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Content Placeholder 14">
              <a:extLst>
                <a:ext uri="{FF2B5EF4-FFF2-40B4-BE49-F238E27FC236}">
                  <a16:creationId xmlns:a16="http://schemas.microsoft.com/office/drawing/2014/main" id="{D172E570-D67F-4980-88C2-CF6560C1C193}"/>
                </a:ext>
                <a:ext uri="{C183D7F6-B498-43B3-948B-1728B52AA6E4}">
                  <adec:decorative xmlns:adec="http://schemas.microsoft.com/office/drawing/2017/decorative" val="1"/>
                </a:ext>
              </a:extLst>
            </p:cNvPr>
            <p:cNvPicPr>
              <a:picLocks noChangeAspect="1"/>
            </p:cNvPicPr>
            <p:nvPr/>
          </p:nvPicPr>
          <p:blipFill rotWithShape="1">
            <a:blip r:embed="rId2" cstate="screen">
              <a:alphaModFix/>
              <a:extLst>
                <a:ext uri="{28A0092B-C50C-407E-A947-70E740481C1C}">
                  <a14:useLocalDpi xmlns:a14="http://schemas.microsoft.com/office/drawing/2010/main"/>
                </a:ext>
              </a:extLst>
            </a:blip>
            <a:srcRect/>
            <a:stretch/>
          </p:blipFill>
          <p:spPr>
            <a:xfrm rot="5400000">
              <a:off x="5750267" y="410125"/>
              <a:ext cx="6845628" cy="6025377"/>
            </a:xfrm>
            <a:prstGeom prst="rect">
              <a:avLst/>
            </a:prstGeom>
          </p:spPr>
        </p:pic>
        <p:grpSp>
          <p:nvGrpSpPr>
            <p:cNvPr id="7" name="Group 6">
              <a:extLst>
                <a:ext uri="{FF2B5EF4-FFF2-40B4-BE49-F238E27FC236}">
                  <a16:creationId xmlns:a16="http://schemas.microsoft.com/office/drawing/2014/main" id="{AF90BF68-CF26-6705-CBFD-428BEB787EDB}"/>
                </a:ext>
              </a:extLst>
            </p:cNvPr>
            <p:cNvGrpSpPr/>
            <p:nvPr/>
          </p:nvGrpSpPr>
          <p:grpSpPr>
            <a:xfrm rot="10800000">
              <a:off x="5304704" y="259572"/>
              <a:ext cx="584267" cy="390181"/>
              <a:chOff x="1876516" y="596691"/>
              <a:chExt cx="584267" cy="390181"/>
            </a:xfrm>
          </p:grpSpPr>
          <p:sp>
            <p:nvSpPr>
              <p:cNvPr id="8" name="Oval 7">
                <a:extLst>
                  <a:ext uri="{FF2B5EF4-FFF2-40B4-BE49-F238E27FC236}">
                    <a16:creationId xmlns:a16="http://schemas.microsoft.com/office/drawing/2014/main" id="{1066F635-8DB9-B091-8467-D8F0327217F4}"/>
                  </a:ext>
                  <a:ext uri="{C183D7F6-B498-43B3-948B-1728B52AA6E4}">
                    <adec:decorative xmlns:adec="http://schemas.microsoft.com/office/drawing/2017/decorative" val="1"/>
                  </a:ext>
                </a:extLst>
              </p:cNvPr>
              <p:cNvSpPr/>
              <p:nvPr/>
            </p:nvSpPr>
            <p:spPr>
              <a:xfrm>
                <a:off x="1876516" y="842493"/>
                <a:ext cx="144379" cy="144379"/>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9" name="Graphic 12">
                <a:extLst>
                  <a:ext uri="{FF2B5EF4-FFF2-40B4-BE49-F238E27FC236}">
                    <a16:creationId xmlns:a16="http://schemas.microsoft.com/office/drawing/2014/main" id="{882D2FD3-A05B-400C-6347-115486FFD943}"/>
                  </a:ext>
                  <a:ext uri="{C183D7F6-B498-43B3-948B-1728B52AA6E4}">
                    <adec:decorative xmlns:adec="http://schemas.microsoft.com/office/drawing/2017/decorative" val="1"/>
                  </a:ext>
                </a:extLst>
              </p:cNvPr>
              <p:cNvSpPr/>
              <p:nvPr/>
            </p:nvSpPr>
            <p:spPr>
              <a:xfrm>
                <a:off x="2360199" y="596691"/>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960459F4-C5B9-4070-46D1-2E7DA3EFBFC9}"/>
              </a:ext>
            </a:extLst>
          </p:cNvPr>
          <p:cNvSpPr>
            <a:spLocks noGrp="1"/>
          </p:cNvSpPr>
          <p:nvPr>
            <p:ph type="title"/>
          </p:nvPr>
        </p:nvSpPr>
        <p:spPr>
          <a:xfrm>
            <a:off x="838201" y="365125"/>
            <a:ext cx="4466502" cy="1936866"/>
          </a:xfrm>
        </p:spPr>
        <p:txBody>
          <a:bodyPr anchor="b"/>
          <a:lstStyle>
            <a:lvl1pPr>
              <a:defRPr sz="3200" cap="all" baseline="0">
                <a:solidFill>
                  <a:schemeClr val="accent3">
                    <a:lumMod val="75000"/>
                  </a:schemeClr>
                </a:solidFill>
              </a:defRPr>
            </a:lvl1pPr>
          </a:lstStyle>
          <a:p>
            <a:r>
              <a:rPr lang="en-US"/>
              <a:t>Click to edit Master title style</a:t>
            </a:r>
            <a:endParaRPr lang="en-US" dirty="0"/>
          </a:p>
        </p:txBody>
      </p:sp>
      <p:cxnSp>
        <p:nvCxnSpPr>
          <p:cNvPr id="5" name="Straight Connector 4">
            <a:extLst>
              <a:ext uri="{FF2B5EF4-FFF2-40B4-BE49-F238E27FC236}">
                <a16:creationId xmlns:a16="http://schemas.microsoft.com/office/drawing/2014/main" id="{34F613B1-323C-4C25-4526-1D3313A7161D}"/>
              </a:ext>
              <a:ext uri="{C183D7F6-B498-43B3-948B-1728B52AA6E4}">
                <adec:decorative xmlns:adec="http://schemas.microsoft.com/office/drawing/2017/decorative" val="1"/>
              </a:ext>
            </a:extLst>
          </p:cNvPr>
          <p:cNvCxnSpPr>
            <a:cxnSpLocks/>
          </p:cNvCxnSpPr>
          <p:nvPr userDrawn="1"/>
        </p:nvCxnSpPr>
        <p:spPr>
          <a:xfrm>
            <a:off x="835831" y="2620500"/>
            <a:ext cx="4471665"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3" name="Content Placeholder 12">
            <a:extLst>
              <a:ext uri="{FF2B5EF4-FFF2-40B4-BE49-F238E27FC236}">
                <a16:creationId xmlns:a16="http://schemas.microsoft.com/office/drawing/2014/main" id="{2D2C2143-1936-BBDA-A6A8-40B6DBD16AED}"/>
              </a:ext>
            </a:extLst>
          </p:cNvPr>
          <p:cNvSpPr>
            <a:spLocks noGrp="1"/>
          </p:cNvSpPr>
          <p:nvPr>
            <p:ph sz="quarter" idx="10" hasCustomPrompt="1"/>
          </p:nvPr>
        </p:nvSpPr>
        <p:spPr>
          <a:xfrm>
            <a:off x="838201" y="3097848"/>
            <a:ext cx="4466504" cy="3405187"/>
          </a:xfrm>
        </p:spPr>
        <p:txBody>
          <a:bodyPr/>
          <a:lstStyle>
            <a:lvl1pPr>
              <a:lnSpc>
                <a:spcPct val="120000"/>
              </a:lnSpc>
              <a:spcBef>
                <a:spcPts val="1000"/>
              </a:spcBef>
              <a:spcAft>
                <a:spcPts val="600"/>
              </a:spcAft>
              <a:defRPr sz="1800">
                <a:solidFill>
                  <a:schemeClr val="bg1"/>
                </a:solidFill>
                <a:latin typeface="+mn-lt"/>
              </a:defRPr>
            </a:lvl1pPr>
            <a:lvl2pPr>
              <a:lnSpc>
                <a:spcPct val="120000"/>
              </a:lnSpc>
              <a:spcBef>
                <a:spcPts val="1000"/>
              </a:spcBef>
              <a:spcAft>
                <a:spcPts val="600"/>
              </a:spcAft>
              <a:defRPr sz="1600">
                <a:solidFill>
                  <a:schemeClr val="bg1"/>
                </a:solidFill>
                <a:latin typeface="+mn-lt"/>
              </a:defRPr>
            </a:lvl2pPr>
            <a:lvl3pPr>
              <a:lnSpc>
                <a:spcPct val="120000"/>
              </a:lnSpc>
              <a:spcBef>
                <a:spcPts val="1000"/>
              </a:spcBef>
              <a:spcAft>
                <a:spcPts val="600"/>
              </a:spcAft>
              <a:defRPr sz="1400">
                <a:solidFill>
                  <a:schemeClr val="bg1"/>
                </a:solidFill>
                <a:latin typeface="+mn-lt"/>
              </a:defRPr>
            </a:lvl3pPr>
            <a:lvl4pPr>
              <a:lnSpc>
                <a:spcPct val="120000"/>
              </a:lnSpc>
              <a:spcBef>
                <a:spcPts val="1000"/>
              </a:spcBef>
              <a:spcAft>
                <a:spcPts val="600"/>
              </a:spcAft>
              <a:defRPr sz="1200">
                <a:solidFill>
                  <a:schemeClr val="bg1"/>
                </a:solidFill>
                <a:latin typeface="+mn-lt"/>
              </a:defRPr>
            </a:lvl4pPr>
            <a:lvl5pPr>
              <a:lnSpc>
                <a:spcPct val="120000"/>
              </a:lnSpc>
              <a:spcBef>
                <a:spcPts val="1000"/>
              </a:spcBef>
              <a:spcAft>
                <a:spcPts val="600"/>
              </a:spcAft>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0904071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2 column">
    <p:bg>
      <p:bgPr>
        <a:gradFill>
          <a:gsLst>
            <a:gs pos="100000">
              <a:schemeClr val="tx2"/>
            </a:gs>
            <a:gs pos="81000">
              <a:schemeClr val="accent6"/>
            </a:gs>
            <a:gs pos="31000">
              <a:srgbClr val="02090E"/>
            </a:gs>
            <a:gs pos="14000">
              <a:schemeClr val="accent4">
                <a:lumMod val="75000"/>
              </a:schemeClr>
            </a:gs>
            <a:gs pos="0">
              <a:schemeClr val="accent4"/>
            </a:gs>
          </a:gsLst>
          <a:lin ang="126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EB5B81B-FCE8-FE9C-8F0A-6488B25F0F6A}"/>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21869" y="579120"/>
            <a:ext cx="11548261" cy="2733306"/>
          </a:xfrm>
        </p:spPr>
        <p:txBody>
          <a:bodyPr anchor="b">
            <a:noAutofit/>
          </a:bodyPr>
          <a:lstStyle>
            <a:lvl1pPr algn="ctr">
              <a:defRPr sz="3200" cap="all" spc="300" baseline="0"/>
            </a:lvl1pPr>
          </a:lstStyle>
          <a:p>
            <a:r>
              <a:rPr lang="en-US" dirty="0"/>
              <a:t>Click to add title</a:t>
            </a:r>
          </a:p>
        </p:txBody>
      </p:sp>
      <p:sp>
        <p:nvSpPr>
          <p:cNvPr id="7" name="Subtitle 2">
            <a:extLst>
              <a:ext uri="{FF2B5EF4-FFF2-40B4-BE49-F238E27FC236}">
                <a16:creationId xmlns:a16="http://schemas.microsoft.com/office/drawing/2014/main" id="{5F877C2F-8190-18D9-5D24-5BD7B05A29F8}"/>
              </a:ext>
            </a:extLst>
          </p:cNvPr>
          <p:cNvSpPr>
            <a:spLocks noGrp="1"/>
          </p:cNvSpPr>
          <p:nvPr>
            <p:ph type="subTitle" idx="1" hasCustomPrompt="1"/>
          </p:nvPr>
        </p:nvSpPr>
        <p:spPr>
          <a:xfrm>
            <a:off x="321868" y="3484615"/>
            <a:ext cx="11562303" cy="2387865"/>
          </a:xfrm>
        </p:spPr>
        <p:txBody>
          <a:bodyPr>
            <a:noAutofit/>
          </a:bodyPr>
          <a:lstStyle>
            <a:lvl1pPr marL="0" indent="0" algn="ctr">
              <a:buNone/>
              <a:defRPr sz="60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86865902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664209F-41AB-70E5-1B9E-7490900C59C9}"/>
              </a:ext>
              <a:ext uri="{C183D7F6-B498-43B3-948B-1728B52AA6E4}">
                <adec:decorative xmlns:adec="http://schemas.microsoft.com/office/drawing/2017/decorative" val="1"/>
              </a:ext>
            </a:extLst>
          </p:cNvPr>
          <p:cNvSpPr/>
          <p:nvPr userDrawn="1"/>
        </p:nvSpPr>
        <p:spPr>
          <a:xfrm>
            <a:off x="2" y="1"/>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032D3409-585B-54E2-1DCC-AC58804E4AE7}"/>
              </a:ext>
              <a:ext uri="{C183D7F6-B498-43B3-948B-1728B52AA6E4}">
                <adec:decorative xmlns:adec="http://schemas.microsoft.com/office/drawing/2017/decorative" val="1"/>
              </a:ext>
            </a:extLst>
          </p:cNvPr>
          <p:cNvSpPr/>
          <p:nvPr userDrawn="1"/>
        </p:nvSpPr>
        <p:spPr>
          <a:xfrm>
            <a:off x="1" y="-6350"/>
            <a:ext cx="6096000"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99891" y="511762"/>
            <a:ext cx="4960830" cy="2785158"/>
          </a:xfrm>
        </p:spPr>
        <p:txBody>
          <a:bodyPr anchor="b">
            <a:noAutofit/>
          </a:bodyPr>
          <a:lstStyle>
            <a:lvl1pPr algn="l">
              <a:defRPr sz="2400" cap="all" spc="300" baseline="0"/>
            </a:lvl1pPr>
          </a:lstStyle>
          <a:p>
            <a:r>
              <a:rPr lang="en-US" dirty="0"/>
              <a:t>Click to add title</a:t>
            </a:r>
          </a:p>
        </p:txBody>
      </p:sp>
      <p:sp>
        <p:nvSpPr>
          <p:cNvPr id="8" name="Subtitle 2">
            <a:extLst>
              <a:ext uri="{FF2B5EF4-FFF2-40B4-BE49-F238E27FC236}">
                <a16:creationId xmlns:a16="http://schemas.microsoft.com/office/drawing/2014/main" id="{E47B8A5C-E279-DB0B-E9D3-927417876125}"/>
              </a:ext>
            </a:extLst>
          </p:cNvPr>
          <p:cNvSpPr>
            <a:spLocks noGrp="1"/>
          </p:cNvSpPr>
          <p:nvPr>
            <p:ph type="subTitle" idx="1" hasCustomPrompt="1"/>
          </p:nvPr>
        </p:nvSpPr>
        <p:spPr>
          <a:xfrm>
            <a:off x="802640" y="3484615"/>
            <a:ext cx="4958081" cy="2387865"/>
          </a:xfrm>
        </p:spPr>
        <p:txBody>
          <a:bodyPr>
            <a:noAutofit/>
          </a:bodyPr>
          <a:lstStyle>
            <a:lvl1pPr marL="0" indent="0" algn="l">
              <a:buNone/>
              <a:defRPr sz="3200" b="0" i="0" cap="all" spc="600" baseline="0">
                <a:solidFill>
                  <a:schemeClr val="accent3">
                    <a:lumMod val="75000"/>
                  </a:schemeClr>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0" name="Picture Placeholder 9">
            <a:extLst>
              <a:ext uri="{FF2B5EF4-FFF2-40B4-BE49-F238E27FC236}">
                <a16:creationId xmlns:a16="http://schemas.microsoft.com/office/drawing/2014/main" id="{D386C402-C5C5-2A54-C618-62673AD93CB4}"/>
              </a:ext>
            </a:extLst>
          </p:cNvPr>
          <p:cNvSpPr>
            <a:spLocks noGrp="1"/>
          </p:cNvSpPr>
          <p:nvPr>
            <p:ph type="pic" sz="quarter" idx="13"/>
          </p:nvPr>
        </p:nvSpPr>
        <p:spPr>
          <a:xfrm>
            <a:off x="6497638" y="336550"/>
            <a:ext cx="5322887" cy="6184900"/>
          </a:xfrm>
        </p:spPr>
        <p:txBody>
          <a:bodyPr/>
          <a:lstStyle>
            <a:lvl1pPr algn="ctr">
              <a:defRPr sz="2000"/>
            </a:lvl1pPr>
          </a:lstStyle>
          <a:p>
            <a:r>
              <a:rPr lang="en-US"/>
              <a:t>Click icon to add picture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68321855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Title and 2 column">
    <p:bg>
      <p:bgPr>
        <a:gradFill>
          <a:gsLst>
            <a:gs pos="100000">
              <a:schemeClr val="tx2"/>
            </a:gs>
            <a:gs pos="79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pic>
        <p:nvPicPr>
          <p:cNvPr id="4" name="Content Placeholder 14">
            <a:extLst>
              <a:ext uri="{FF2B5EF4-FFF2-40B4-BE49-F238E27FC236}">
                <a16:creationId xmlns:a16="http://schemas.microsoft.com/office/drawing/2014/main" id="{318CE367-BBCB-F4AB-635F-4C9995EAE350}"/>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6350"/>
            <a:ext cx="2356339" cy="6853863"/>
          </a:xfrm>
          <a:prstGeom prst="rect">
            <a:avLst/>
          </a:prstGeom>
        </p:spPr>
      </p:pic>
      <p:sp>
        <p:nvSpPr>
          <p:cNvPr id="5" name="Rectangle 4">
            <a:extLst>
              <a:ext uri="{FF2B5EF4-FFF2-40B4-BE49-F238E27FC236}">
                <a16:creationId xmlns:a16="http://schemas.microsoft.com/office/drawing/2014/main" id="{5CE3FBBA-81E2-31F1-EF51-02706B5B5C0A}"/>
              </a:ext>
              <a:ext uri="{C183D7F6-B498-43B3-948B-1728B52AA6E4}">
                <adec:decorative xmlns:adec="http://schemas.microsoft.com/office/drawing/2017/decorative" val="1"/>
              </a:ext>
            </a:extLst>
          </p:cNvPr>
          <p:cNvSpPr/>
          <p:nvPr userDrawn="1"/>
        </p:nvSpPr>
        <p:spPr>
          <a:xfrm>
            <a:off x="2356339" y="-6350"/>
            <a:ext cx="983180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6" name="Straight Connector 5">
            <a:extLst>
              <a:ext uri="{FF2B5EF4-FFF2-40B4-BE49-F238E27FC236}">
                <a16:creationId xmlns:a16="http://schemas.microsoft.com/office/drawing/2014/main" id="{9AD3746D-3CD1-FFA5-0019-AD0C588B1924}"/>
              </a:ext>
              <a:ext uri="{C183D7F6-B498-43B3-948B-1728B52AA6E4}">
                <adec:decorative xmlns:adec="http://schemas.microsoft.com/office/drawing/2017/decorative" val="1"/>
              </a:ext>
            </a:extLst>
          </p:cNvPr>
          <p:cNvCxnSpPr>
            <a:cxnSpLocks/>
          </p:cNvCxnSpPr>
          <p:nvPr userDrawn="1"/>
        </p:nvCxnSpPr>
        <p:spPr>
          <a:xfrm>
            <a:off x="3305669" y="2002443"/>
            <a:ext cx="7922116"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3305669" y="113097"/>
            <a:ext cx="7420819" cy="16563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3" name="Content Placeholder 12">
            <a:extLst>
              <a:ext uri="{FF2B5EF4-FFF2-40B4-BE49-F238E27FC236}">
                <a16:creationId xmlns:a16="http://schemas.microsoft.com/office/drawing/2014/main" id="{B9624CF4-7769-4663-3361-39136F5E20C8}"/>
              </a:ext>
            </a:extLst>
          </p:cNvPr>
          <p:cNvSpPr>
            <a:spLocks noGrp="1"/>
          </p:cNvSpPr>
          <p:nvPr>
            <p:ph sz="quarter" idx="31" hasCustomPrompt="1"/>
          </p:nvPr>
        </p:nvSpPr>
        <p:spPr>
          <a:xfrm>
            <a:off x="3305669" y="2470150"/>
            <a:ext cx="7420819" cy="3676649"/>
          </a:xfrm>
        </p:spPr>
        <p:txBody>
          <a:bodyPr/>
          <a:lstStyle>
            <a:lvl1pPr marL="285750" indent="-285750">
              <a:lnSpc>
                <a:spcPct val="120000"/>
              </a:lnSpc>
              <a:spcBef>
                <a:spcPts val="1000"/>
              </a:spcBef>
              <a:spcAft>
                <a:spcPts val="600"/>
              </a:spcAft>
              <a:buClr>
                <a:schemeClr val="accent3"/>
              </a:buClr>
              <a:buFont typeface="Arial" panose="020B0604020202020204" pitchFamily="34" charset="0"/>
              <a:buChar char="•"/>
              <a:defRPr sz="1800">
                <a:solidFill>
                  <a:schemeClr val="bg1"/>
                </a:solidFill>
                <a:latin typeface="+mn-lt"/>
              </a:defRPr>
            </a:lvl1pPr>
            <a:lvl2pPr marL="800100" indent="-342900">
              <a:lnSpc>
                <a:spcPct val="120000"/>
              </a:lnSpc>
              <a:spcBef>
                <a:spcPts val="1000"/>
              </a:spcBef>
              <a:spcAft>
                <a:spcPts val="600"/>
              </a:spcAft>
              <a:buClr>
                <a:schemeClr val="accent3"/>
              </a:buClr>
              <a:buFont typeface="Arial" panose="020B0604020202020204" pitchFamily="34" charset="0"/>
              <a:buChar char="•"/>
              <a:defRPr sz="1600">
                <a:solidFill>
                  <a:schemeClr val="bg1"/>
                </a:solidFill>
                <a:latin typeface="+mn-lt"/>
              </a:defRPr>
            </a:lvl2pPr>
            <a:lvl3pPr marL="1257300" indent="-342900">
              <a:lnSpc>
                <a:spcPct val="120000"/>
              </a:lnSpc>
              <a:spcBef>
                <a:spcPts val="1000"/>
              </a:spcBef>
              <a:spcAft>
                <a:spcPts val="600"/>
              </a:spcAft>
              <a:buClr>
                <a:schemeClr val="accent3"/>
              </a:buClr>
              <a:buFont typeface="Arial" panose="020B0604020202020204" pitchFamily="34" charset="0"/>
              <a:buChar char="•"/>
              <a:defRPr sz="1400">
                <a:solidFill>
                  <a:schemeClr val="bg1"/>
                </a:solidFill>
                <a:latin typeface="+mn-lt"/>
              </a:defRPr>
            </a:lvl3pPr>
            <a:lvl4pPr marL="16573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4pPr>
            <a:lvl5pPr marL="2114550" indent="-285750">
              <a:lnSpc>
                <a:spcPct val="120000"/>
              </a:lnSpc>
              <a:spcBef>
                <a:spcPts val="1000"/>
              </a:spcBef>
              <a:spcAft>
                <a:spcPts val="600"/>
              </a:spcAft>
              <a:buClr>
                <a:schemeClr val="accent3"/>
              </a:buClr>
              <a:buFont typeface="Arial" panose="020B0604020202020204" pitchFamily="34" charset="0"/>
              <a:buChar cha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02802670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4361F2FA-20C7-5447-C138-CE2CA1867FE7}"/>
              </a:ext>
              <a:ext uri="{C183D7F6-B498-43B3-948B-1728B52AA6E4}">
                <adec:decorative xmlns:adec="http://schemas.microsoft.com/office/drawing/2017/decorative" val="1"/>
              </a:ext>
            </a:extLst>
          </p:cNvPr>
          <p:cNvGrpSpPr/>
          <p:nvPr userDrawn="1"/>
        </p:nvGrpSpPr>
        <p:grpSpPr>
          <a:xfrm>
            <a:off x="3" y="2"/>
            <a:ext cx="12191997" cy="6857998"/>
            <a:chOff x="3" y="2"/>
            <a:chExt cx="12191997" cy="6857998"/>
          </a:xfrm>
        </p:grpSpPr>
        <p:sp>
          <p:nvSpPr>
            <p:cNvPr id="21" name="Rectangle 20">
              <a:extLst>
                <a:ext uri="{FF2B5EF4-FFF2-40B4-BE49-F238E27FC236}">
                  <a16:creationId xmlns:a16="http://schemas.microsoft.com/office/drawing/2014/main" id="{DFEDD626-82E4-71C6-25F1-CDA46B7B3F39}"/>
                </a:ext>
              </a:extLst>
            </p:cNvPr>
            <p:cNvSpPr/>
            <p:nvPr/>
          </p:nvSpPr>
          <p:spPr>
            <a:xfrm>
              <a:off x="3" y="2"/>
              <a:ext cx="12191997" cy="6857998"/>
            </a:xfrm>
            <a:prstGeom prst="rect">
              <a:avLst/>
            </a:prstGeom>
            <a:gradFill flip="none" rotWithShape="1">
              <a:gsLst>
                <a:gs pos="0">
                  <a:srgbClr val="1A012C"/>
                </a:gs>
                <a:gs pos="45000">
                  <a:srgbClr val="1A012C">
                    <a:alpha val="50000"/>
                  </a:srgbClr>
                </a:gs>
                <a:gs pos="100000">
                  <a:schemeClr val="accent6">
                    <a:lumMod val="50000"/>
                    <a:alpha val="50000"/>
                  </a:schemeClr>
                </a:gs>
              </a:gsLst>
              <a:path path="circle">
                <a:fillToRect l="50000" t="50000" r="50000" b="50000"/>
              </a:path>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CDC952AF-CE06-54F7-CB4A-1722F90AC3DF}"/>
                </a:ext>
                <a:ext uri="{C183D7F6-B498-43B3-948B-1728B52AA6E4}">
                  <adec:decorative xmlns:adec="http://schemas.microsoft.com/office/drawing/2017/decorative" val="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3" y="2"/>
              <a:ext cx="12191994" cy="6857996"/>
            </a:xfrm>
            <a:prstGeom prst="rect">
              <a:avLst/>
            </a:prstGeom>
          </p:spPr>
        </p:pic>
        <p:grpSp>
          <p:nvGrpSpPr>
            <p:cNvPr id="11" name="Group 10">
              <a:extLst>
                <a:ext uri="{FF2B5EF4-FFF2-40B4-BE49-F238E27FC236}">
                  <a16:creationId xmlns:a16="http://schemas.microsoft.com/office/drawing/2014/main" id="{6E6EDFF3-843B-AAE9-DB73-423142606F52}"/>
                </a:ext>
              </a:extLst>
            </p:cNvPr>
            <p:cNvGrpSpPr/>
            <p:nvPr/>
          </p:nvGrpSpPr>
          <p:grpSpPr>
            <a:xfrm rot="5400000">
              <a:off x="1645776" y="1222395"/>
              <a:ext cx="431603" cy="412684"/>
              <a:chOff x="1870859" y="869908"/>
              <a:chExt cx="431603" cy="412684"/>
            </a:xfrm>
          </p:grpSpPr>
          <p:sp>
            <p:nvSpPr>
              <p:cNvPr id="12" name="Graphic 15">
                <a:extLst>
                  <a:ext uri="{FF2B5EF4-FFF2-40B4-BE49-F238E27FC236}">
                    <a16:creationId xmlns:a16="http://schemas.microsoft.com/office/drawing/2014/main" id="{312F4F85-6C79-201D-E20D-64CD4728E4C8}"/>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01D71DAD-ECC6-A850-88E4-A4EDCF494A24}"/>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14" name="Group 13">
              <a:extLst>
                <a:ext uri="{FF2B5EF4-FFF2-40B4-BE49-F238E27FC236}">
                  <a16:creationId xmlns:a16="http://schemas.microsoft.com/office/drawing/2014/main" id="{C632CC6D-6024-2368-8EBA-4B7A2D6428BC}"/>
                </a:ext>
              </a:extLst>
            </p:cNvPr>
            <p:cNvGrpSpPr/>
            <p:nvPr/>
          </p:nvGrpSpPr>
          <p:grpSpPr>
            <a:xfrm rot="20626702">
              <a:off x="10248169" y="5448942"/>
              <a:ext cx="431603" cy="412684"/>
              <a:chOff x="1870859" y="869908"/>
              <a:chExt cx="431603" cy="412684"/>
            </a:xfrm>
          </p:grpSpPr>
          <p:sp>
            <p:nvSpPr>
              <p:cNvPr id="6" name="Graphic 15">
                <a:extLst>
                  <a:ext uri="{FF2B5EF4-FFF2-40B4-BE49-F238E27FC236}">
                    <a16:creationId xmlns:a16="http://schemas.microsoft.com/office/drawing/2014/main" id="{B05BE7BE-7D54-A09B-8A67-6B28CF6BB6C0}"/>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7" name="Graphic 12">
                <a:extLst>
                  <a:ext uri="{FF2B5EF4-FFF2-40B4-BE49-F238E27FC236}">
                    <a16:creationId xmlns:a16="http://schemas.microsoft.com/office/drawing/2014/main" id="{258346A9-F75C-6704-EEED-CF7A8A0F8010}"/>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sp>
        <p:nvSpPr>
          <p:cNvPr id="2" name="Title 1">
            <a:extLst>
              <a:ext uri="{FF2B5EF4-FFF2-40B4-BE49-F238E27FC236}">
                <a16:creationId xmlns:a16="http://schemas.microsoft.com/office/drawing/2014/main" id="{782CC39D-03B1-4933-F236-462B5862EBEC}"/>
              </a:ext>
            </a:extLst>
          </p:cNvPr>
          <p:cNvSpPr>
            <a:spLocks noGrp="1"/>
          </p:cNvSpPr>
          <p:nvPr>
            <p:ph type="title"/>
          </p:nvPr>
        </p:nvSpPr>
        <p:spPr>
          <a:xfrm>
            <a:off x="2932448" y="264160"/>
            <a:ext cx="6327105" cy="3373973"/>
          </a:xfrm>
        </p:spPr>
        <p:txBody>
          <a:bodyPr anchor="b"/>
          <a:lstStyle>
            <a:lvl1pPr algn="ctr">
              <a:defRPr sz="3200" cap="all" spc="600" baseline="0">
                <a:solidFill>
                  <a:schemeClr val="accent3">
                    <a:lumMod val="75000"/>
                  </a:schemeClr>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F711CA51-49DC-62CA-F147-F286B1C9DBD9}"/>
              </a:ext>
            </a:extLst>
          </p:cNvPr>
          <p:cNvSpPr>
            <a:spLocks noGrp="1"/>
          </p:cNvSpPr>
          <p:nvPr>
            <p:ph type="subTitle" idx="1" hasCustomPrompt="1"/>
          </p:nvPr>
        </p:nvSpPr>
        <p:spPr>
          <a:xfrm>
            <a:off x="2932448" y="3962135"/>
            <a:ext cx="6327105" cy="2653771"/>
          </a:xfrm>
        </p:spPr>
        <p:txBody>
          <a:bodyPr>
            <a:noAutofit/>
          </a:bodyPr>
          <a:lstStyle>
            <a:lvl1pPr marL="0" indent="0" algn="ctr">
              <a:buNone/>
              <a:defRPr sz="1800" b="0" i="0" cap="all" spc="300" baseline="0">
                <a:solidFill>
                  <a:schemeClr val="bg1"/>
                </a:solidFill>
                <a:latin typeface="+mj-lt"/>
                <a:cs typeface="Biome Light" panose="020B03030302040208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11183414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9C7D5518-914C-92E3-E9EC-26752C9F05AD}"/>
              </a:ext>
              <a:ext uri="{C183D7F6-B498-43B3-948B-1728B52AA6E4}">
                <adec:decorative xmlns:adec="http://schemas.microsoft.com/office/drawing/2017/decorative" val="1"/>
              </a:ext>
            </a:extLst>
          </p:cNvPr>
          <p:cNvGrpSpPr/>
          <p:nvPr userDrawn="1"/>
        </p:nvGrpSpPr>
        <p:grpSpPr>
          <a:xfrm>
            <a:off x="-1" y="-6350"/>
            <a:ext cx="12192000" cy="6864350"/>
            <a:chOff x="-1" y="-6350"/>
            <a:chExt cx="12192000" cy="6864350"/>
          </a:xfrm>
        </p:grpSpPr>
        <p:sp>
          <p:nvSpPr>
            <p:cNvPr id="4" name="Rectangle 3">
              <a:extLst>
                <a:ext uri="{FF2B5EF4-FFF2-40B4-BE49-F238E27FC236}">
                  <a16:creationId xmlns:a16="http://schemas.microsoft.com/office/drawing/2014/main" id="{C82D0B82-F74C-65EF-3BF6-8EEA16F36B7D}"/>
                </a:ext>
                <a:ext uri="{C183D7F6-B498-43B3-948B-1728B52AA6E4}">
                  <adec:decorative xmlns:adec="http://schemas.microsoft.com/office/drawing/2017/decorative" val="1"/>
                </a:ext>
              </a:extLst>
            </p:cNvPr>
            <p:cNvSpPr/>
            <p:nvPr/>
          </p:nvSpPr>
          <p:spPr>
            <a:xfrm>
              <a:off x="1428750" y="-6350"/>
              <a:ext cx="10763249"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pic>
          <p:nvPicPr>
            <p:cNvPr id="6" name="Picture 5" descr="A blue and purple spiral&#10;&#10;Description automatically generated">
              <a:extLst>
                <a:ext uri="{FF2B5EF4-FFF2-40B4-BE49-F238E27FC236}">
                  <a16:creationId xmlns:a16="http://schemas.microsoft.com/office/drawing/2014/main" id="{44E12326-9CF4-38EC-1BAF-1F994F220899}"/>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b="-93"/>
            <a:stretch/>
          </p:blipFill>
          <p:spPr>
            <a:xfrm flipH="1">
              <a:off x="-1" y="0"/>
              <a:ext cx="1428751" cy="6858000"/>
            </a:xfrm>
            <a:prstGeom prst="rect">
              <a:avLst/>
            </a:prstGeom>
          </p:spPr>
        </p:pic>
        <p:grpSp>
          <p:nvGrpSpPr>
            <p:cNvPr id="7" name="Group 6">
              <a:extLst>
                <a:ext uri="{FF2B5EF4-FFF2-40B4-BE49-F238E27FC236}">
                  <a16:creationId xmlns:a16="http://schemas.microsoft.com/office/drawing/2014/main" id="{AD5C1D9C-B114-FC6A-9213-7287D39EAD9F}"/>
                </a:ext>
              </a:extLst>
            </p:cNvPr>
            <p:cNvGrpSpPr/>
            <p:nvPr/>
          </p:nvGrpSpPr>
          <p:grpSpPr>
            <a:xfrm>
              <a:off x="10649689" y="4382998"/>
              <a:ext cx="754139" cy="1865729"/>
              <a:chOff x="653351" y="2693558"/>
              <a:chExt cx="754139" cy="1865729"/>
            </a:xfrm>
          </p:grpSpPr>
          <p:sp>
            <p:nvSpPr>
              <p:cNvPr id="11" name="Graphic 15">
                <a:extLst>
                  <a:ext uri="{FF2B5EF4-FFF2-40B4-BE49-F238E27FC236}">
                    <a16:creationId xmlns:a16="http://schemas.microsoft.com/office/drawing/2014/main" id="{2BC89B10-C93E-8CE5-73B3-F6049168C313}"/>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9DB2AA2-9661-AC91-932D-2F1BEC47BD8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3" name="Graphic 12">
                <a:extLst>
                  <a:ext uri="{FF2B5EF4-FFF2-40B4-BE49-F238E27FC236}">
                    <a16:creationId xmlns:a16="http://schemas.microsoft.com/office/drawing/2014/main" id="{86C9AC9B-3792-E880-03FE-D46FB046AB6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nvGrpSpPr>
            <p:cNvPr id="8" name="Group 7">
              <a:extLst>
                <a:ext uri="{FF2B5EF4-FFF2-40B4-BE49-F238E27FC236}">
                  <a16:creationId xmlns:a16="http://schemas.microsoft.com/office/drawing/2014/main" id="{1142A133-65D6-D958-C0CD-E8D45B9BD7BB}"/>
                </a:ext>
              </a:extLst>
            </p:cNvPr>
            <p:cNvGrpSpPr/>
            <p:nvPr/>
          </p:nvGrpSpPr>
          <p:grpSpPr>
            <a:xfrm>
              <a:off x="1870859" y="869908"/>
              <a:ext cx="431603" cy="412684"/>
              <a:chOff x="1870859" y="869908"/>
              <a:chExt cx="431603" cy="412684"/>
            </a:xfrm>
          </p:grpSpPr>
          <p:sp>
            <p:nvSpPr>
              <p:cNvPr id="9" name="Graphic 15">
                <a:extLst>
                  <a:ext uri="{FF2B5EF4-FFF2-40B4-BE49-F238E27FC236}">
                    <a16:creationId xmlns:a16="http://schemas.microsoft.com/office/drawing/2014/main" id="{A746B023-387D-4EAC-052B-60F131E6E707}"/>
                  </a:ext>
                  <a:ext uri="{C183D7F6-B498-43B3-948B-1728B52AA6E4}">
                    <adec:decorative xmlns:adec="http://schemas.microsoft.com/office/drawing/2017/decorative" val="1"/>
                  </a:ext>
                </a:extLst>
              </p:cNvPr>
              <p:cNvSpPr/>
              <p:nvPr/>
            </p:nvSpPr>
            <p:spPr>
              <a:xfrm rot="10800000">
                <a:off x="1870859" y="1154576"/>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0" name="Graphic 12">
                <a:extLst>
                  <a:ext uri="{FF2B5EF4-FFF2-40B4-BE49-F238E27FC236}">
                    <a16:creationId xmlns:a16="http://schemas.microsoft.com/office/drawing/2014/main" id="{20760125-21CF-A296-3EA7-3C6C0E9BCB2F}"/>
                  </a:ext>
                  <a:ext uri="{C183D7F6-B498-43B3-948B-1728B52AA6E4}">
                    <adec:decorative xmlns:adec="http://schemas.microsoft.com/office/drawing/2017/decorative" val="1"/>
                  </a:ext>
                </a:extLst>
              </p:cNvPr>
              <p:cNvSpPr/>
              <p:nvPr/>
            </p:nvSpPr>
            <p:spPr>
              <a:xfrm>
                <a:off x="2256743" y="869908"/>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grpSp>
      <p:cxnSp>
        <p:nvCxnSpPr>
          <p:cNvPr id="14" name="Straight Connector 13">
            <a:extLst>
              <a:ext uri="{FF2B5EF4-FFF2-40B4-BE49-F238E27FC236}">
                <a16:creationId xmlns:a16="http://schemas.microsoft.com/office/drawing/2014/main" id="{7F851D11-41E3-33F2-CBA6-B2A9A5A2A517}"/>
              </a:ext>
              <a:ext uri="{C183D7F6-B498-43B3-948B-1728B52AA6E4}">
                <adec:decorative xmlns:adec="http://schemas.microsoft.com/office/drawing/2017/decorative" val="1"/>
              </a:ext>
            </a:extLst>
          </p:cNvPr>
          <p:cNvCxnSpPr>
            <a:cxnSpLocks/>
          </p:cNvCxnSpPr>
          <p:nvPr userDrawn="1"/>
        </p:nvCxnSpPr>
        <p:spPr>
          <a:xfrm>
            <a:off x="2369139" y="2002443"/>
            <a:ext cx="88735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2399620" y="162560"/>
            <a:ext cx="8843050" cy="1616904"/>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2373002" y="2474811"/>
            <a:ext cx="4015098"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21" name="Content Placeholder 4">
            <a:extLst>
              <a:ext uri="{FF2B5EF4-FFF2-40B4-BE49-F238E27FC236}">
                <a16:creationId xmlns:a16="http://schemas.microsoft.com/office/drawing/2014/main" id="{D77F99A7-26FA-422E-43E9-C76B4A56E44A}"/>
              </a:ext>
            </a:extLst>
          </p:cNvPr>
          <p:cNvSpPr>
            <a:spLocks noGrp="1"/>
          </p:cNvSpPr>
          <p:nvPr>
            <p:ph sz="quarter" idx="36" hasCustomPrompt="1"/>
          </p:nvPr>
        </p:nvSpPr>
        <p:spPr>
          <a:xfrm>
            <a:off x="6995159" y="2474811"/>
            <a:ext cx="4227332" cy="3528397"/>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27582842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3A7247A-846A-F316-B494-69B42CBF34DD}"/>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884B3AF6-983E-0901-0045-6CDF4E93E1BA}"/>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3C5B7647-403E-A66E-6CF4-0D3A99AA5154}"/>
              </a:ext>
              <a:ext uri="{C183D7F6-B498-43B3-948B-1728B52AA6E4}">
                <adec:decorative xmlns:adec="http://schemas.microsoft.com/office/drawing/2017/decorative" val="1"/>
              </a:ext>
            </a:extLst>
          </p:cNvPr>
          <p:cNvGrpSpPr/>
          <p:nvPr userDrawn="1"/>
        </p:nvGrpSpPr>
        <p:grpSpPr>
          <a:xfrm rot="10800000" flipH="1">
            <a:off x="10488530" y="4210019"/>
            <a:ext cx="754139" cy="1865729"/>
            <a:chOff x="653351" y="2693558"/>
            <a:chExt cx="754139" cy="1865729"/>
          </a:xfrm>
        </p:grpSpPr>
        <p:sp>
          <p:nvSpPr>
            <p:cNvPr id="10" name="Graphic 15">
              <a:extLst>
                <a:ext uri="{FF2B5EF4-FFF2-40B4-BE49-F238E27FC236}">
                  <a16:creationId xmlns:a16="http://schemas.microsoft.com/office/drawing/2014/main" id="{E48E731E-FEF1-9C59-64B0-9CB6E8853912}"/>
                </a:ext>
                <a:ext uri="{C183D7F6-B498-43B3-948B-1728B52AA6E4}">
                  <adec:decorative xmlns:adec="http://schemas.microsoft.com/office/drawing/2017/decorative" val="1"/>
                </a:ext>
              </a:extLst>
            </p:cNvPr>
            <p:cNvSpPr/>
            <p:nvPr/>
          </p:nvSpPr>
          <p:spPr>
            <a:xfrm>
              <a:off x="1098137" y="2693558"/>
              <a:ext cx="128016" cy="128016"/>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accent4">
                <a:lumMod val="60000"/>
                <a:lumOff val="40000"/>
                <a:alpha val="49071"/>
              </a:schemeClr>
            </a:solidFill>
            <a:ln w="610" cap="flat">
              <a:noFill/>
              <a:prstDash val="solid"/>
              <a:miter/>
            </a:ln>
          </p:spPr>
          <p:txBody>
            <a:bodyPr rtlCol="0" anchor="ctr">
              <a:noAutofit/>
            </a:bodyPr>
            <a:lstStyle/>
            <a:p>
              <a:endParaRPr lang="en-US" dirty="0"/>
            </a:p>
          </p:txBody>
        </p:sp>
        <p:sp>
          <p:nvSpPr>
            <p:cNvPr id="11" name="Graphic 12">
              <a:extLst>
                <a:ext uri="{FF2B5EF4-FFF2-40B4-BE49-F238E27FC236}">
                  <a16:creationId xmlns:a16="http://schemas.microsoft.com/office/drawing/2014/main" id="{AFE83BB3-4D12-8E20-CA93-1834D7F0A434}"/>
                </a:ext>
                <a:ext uri="{C183D7F6-B498-43B3-948B-1728B52AA6E4}">
                  <adec:decorative xmlns:adec="http://schemas.microsoft.com/office/drawing/2017/decorative" val="1"/>
                </a:ext>
              </a:extLst>
            </p:cNvPr>
            <p:cNvSpPr/>
            <p:nvPr/>
          </p:nvSpPr>
          <p:spPr>
            <a:xfrm>
              <a:off x="1306906" y="3837599"/>
              <a:ext cx="100584" cy="100584"/>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sp>
          <p:nvSpPr>
            <p:cNvPr id="12" name="Graphic 12">
              <a:extLst>
                <a:ext uri="{FF2B5EF4-FFF2-40B4-BE49-F238E27FC236}">
                  <a16:creationId xmlns:a16="http://schemas.microsoft.com/office/drawing/2014/main" id="{3EB1D810-BC05-6C0E-0DE4-3604EBAADCC3}"/>
                </a:ext>
                <a:ext uri="{C183D7F6-B498-43B3-948B-1728B52AA6E4}">
                  <adec:decorative xmlns:adec="http://schemas.microsoft.com/office/drawing/2017/decorative" val="1"/>
                </a:ext>
              </a:extLst>
            </p:cNvPr>
            <p:cNvSpPr/>
            <p:nvPr/>
          </p:nvSpPr>
          <p:spPr>
            <a:xfrm>
              <a:off x="653351" y="4521502"/>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41680" y="430482"/>
            <a:ext cx="10500989"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5" name="Content Placeholder 4">
            <a:extLst>
              <a:ext uri="{FF2B5EF4-FFF2-40B4-BE49-F238E27FC236}">
                <a16:creationId xmlns:a16="http://schemas.microsoft.com/office/drawing/2014/main" id="{A2003C5A-BF21-DE87-0ED1-3E2D0F32B5D8}"/>
              </a:ext>
            </a:extLst>
          </p:cNvPr>
          <p:cNvSpPr>
            <a:spLocks noGrp="1"/>
          </p:cNvSpPr>
          <p:nvPr>
            <p:ph sz="quarter" idx="35" hasCustomPrompt="1"/>
          </p:nvPr>
        </p:nvSpPr>
        <p:spPr>
          <a:xfrm>
            <a:off x="807038" y="2465539"/>
            <a:ext cx="3774587" cy="3723753"/>
          </a:xfrm>
        </p:spPr>
        <p:txBody>
          <a:bodyPr/>
          <a:lstStyle>
            <a:lvl1pPr marL="342900" indent="-342900">
              <a:lnSpc>
                <a:spcPct val="120000"/>
              </a:lnSpc>
              <a:spcBef>
                <a:spcPts val="1000"/>
              </a:spcBef>
              <a:buClr>
                <a:schemeClr val="accent3">
                  <a:lumMod val="75000"/>
                </a:schemeClr>
              </a:buClr>
              <a:buFont typeface="+mj-lt"/>
              <a:buAutoNum type="arabicPeriod"/>
              <a:defRPr sz="1800" spc="0" baseline="0">
                <a:solidFill>
                  <a:schemeClr val="bg1"/>
                </a:solidFill>
                <a:latin typeface="+mn-lt"/>
              </a:defRPr>
            </a:lvl1pPr>
            <a:lvl2pPr marL="626364" indent="-342900">
              <a:lnSpc>
                <a:spcPct val="120000"/>
              </a:lnSpc>
              <a:spcBef>
                <a:spcPts val="1000"/>
              </a:spcBef>
              <a:buClr>
                <a:schemeClr val="accent3">
                  <a:lumMod val="75000"/>
                </a:schemeClr>
              </a:buClr>
              <a:buFont typeface="+mj-lt"/>
              <a:buAutoNum type="alphaLcPeriod"/>
              <a:defRPr sz="1800" spc="0">
                <a:solidFill>
                  <a:schemeClr val="bg1"/>
                </a:solidFill>
                <a:latin typeface="+mn-lt"/>
              </a:defRPr>
            </a:lvl2pPr>
            <a:lvl3pPr marL="918972" indent="-342900">
              <a:lnSpc>
                <a:spcPct val="120000"/>
              </a:lnSpc>
              <a:spcBef>
                <a:spcPts val="1000"/>
              </a:spcBef>
              <a:buClr>
                <a:schemeClr val="accent3">
                  <a:lumMod val="75000"/>
                </a:schemeClr>
              </a:buClr>
              <a:buFont typeface="+mj-lt"/>
              <a:buAutoNum type="arabicParenR"/>
              <a:defRPr sz="1800" spc="0">
                <a:solidFill>
                  <a:schemeClr val="bg1"/>
                </a:solidFill>
                <a:latin typeface="+mn-lt"/>
              </a:defRPr>
            </a:lvl3pPr>
            <a:lvl4pPr marL="1209294" indent="-342900">
              <a:lnSpc>
                <a:spcPct val="120000"/>
              </a:lnSpc>
              <a:spcBef>
                <a:spcPts val="1000"/>
              </a:spcBef>
              <a:buClr>
                <a:schemeClr val="accent3">
                  <a:lumMod val="75000"/>
                </a:schemeClr>
              </a:buClr>
              <a:buFont typeface="+mj-lt"/>
              <a:buAutoNum type="alphaLcParen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4927600" y="2465539"/>
            <a:ext cx="6315069" cy="3723753"/>
          </a:xfrm>
        </p:spPr>
        <p:txBody>
          <a:bodyPr/>
          <a:lstStyle>
            <a:lvl1pPr marL="0" indent="0">
              <a:lnSpc>
                <a:spcPct val="120000"/>
              </a:lnSpc>
              <a:spcBef>
                <a:spcPts val="1000"/>
              </a:spcBef>
              <a:buClr>
                <a:schemeClr val="accent6"/>
              </a:buClr>
              <a:buFont typeface="Arial" panose="020B0604020202020204" pitchFamily="34" charset="0"/>
              <a:buNone/>
              <a:defRPr sz="1800" spc="0" baseline="0">
                <a:solidFill>
                  <a:schemeClr val="bg1"/>
                </a:solidFill>
                <a:latin typeface="+mn-lt"/>
              </a:defRPr>
            </a:lvl1pPr>
            <a:lvl2pPr marL="283464"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2pPr>
            <a:lvl3pPr marL="566928"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3pPr>
            <a:lvl4pPr marL="859536" indent="-285750">
              <a:lnSpc>
                <a:spcPct val="120000"/>
              </a:lnSpc>
              <a:spcBef>
                <a:spcPts val="1000"/>
              </a:spcBef>
              <a:buClr>
                <a:schemeClr val="accent3">
                  <a:lumMod val="75000"/>
                </a:schemeClr>
              </a:buClr>
              <a:buFont typeface="Arial" panose="020B0604020202020204" pitchFamily="34" charset="0"/>
              <a:buChar char="•"/>
              <a:defRPr sz="1800" spc="0">
                <a:solidFill>
                  <a:schemeClr val="bg1"/>
                </a:solidFill>
                <a:latin typeface="+mn-lt"/>
              </a:defRPr>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96622275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2 column">
    <p:bg>
      <p:bgPr>
        <a:gradFill>
          <a:gsLst>
            <a:gs pos="100000">
              <a:schemeClr val="tx2"/>
            </a:gs>
            <a:gs pos="81000">
              <a:schemeClr val="accent6"/>
            </a:gs>
            <a:gs pos="55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123B0D0-B01D-0BB0-6127-A878BE49D18E}"/>
              </a:ext>
              <a:ext uri="{C183D7F6-B498-43B3-948B-1728B52AA6E4}">
                <adec:decorative xmlns:adec="http://schemas.microsoft.com/office/drawing/2017/decorative" val="1"/>
              </a:ext>
            </a:extLst>
          </p:cNvPr>
          <p:cNvSpPr/>
          <p:nvPr userDrawn="1"/>
        </p:nvSpPr>
        <p:spPr>
          <a:xfrm>
            <a:off x="6039728" y="-6350"/>
            <a:ext cx="6154615"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6889627" y="173736"/>
            <a:ext cx="4352662" cy="220370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Picture Placeholder 9">
            <a:extLst>
              <a:ext uri="{FF2B5EF4-FFF2-40B4-BE49-F238E27FC236}">
                <a16:creationId xmlns:a16="http://schemas.microsoft.com/office/drawing/2014/main" id="{6C363351-4779-B42E-ED7A-C4AF2920BABC}"/>
              </a:ext>
            </a:extLst>
          </p:cNvPr>
          <p:cNvSpPr>
            <a:spLocks noGrp="1"/>
          </p:cNvSpPr>
          <p:nvPr>
            <p:ph type="pic" sz="quarter" idx="37"/>
          </p:nvPr>
        </p:nvSpPr>
        <p:spPr>
          <a:xfrm>
            <a:off x="336550" y="336550"/>
            <a:ext cx="5303640" cy="6184900"/>
          </a:xfrm>
        </p:spPr>
        <p:txBody>
          <a:bodyPr/>
          <a:lstStyle>
            <a:lvl1pPr algn="ctr">
              <a:defRPr sz="2000"/>
            </a:lvl1pPr>
          </a:lstStyle>
          <a:p>
            <a:r>
              <a:rPr lang="en-US"/>
              <a:t>Click icon to add picture</a:t>
            </a:r>
            <a:endParaRPr lang="en-US" dirty="0"/>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6889627" y="3104277"/>
            <a:ext cx="4371560" cy="3022201"/>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cxnSp>
        <p:nvCxnSpPr>
          <p:cNvPr id="4" name="Straight Connector 3">
            <a:extLst>
              <a:ext uri="{FF2B5EF4-FFF2-40B4-BE49-F238E27FC236}">
                <a16:creationId xmlns:a16="http://schemas.microsoft.com/office/drawing/2014/main" id="{F0712911-615E-724B-FC0F-996291526D31}"/>
              </a:ext>
              <a:ext uri="{C183D7F6-B498-43B3-948B-1728B52AA6E4}">
                <adec:decorative xmlns:adec="http://schemas.microsoft.com/office/drawing/2017/decorative" val="1"/>
              </a:ext>
            </a:extLst>
          </p:cNvPr>
          <p:cNvCxnSpPr>
            <a:cxnSpLocks/>
          </p:cNvCxnSpPr>
          <p:nvPr userDrawn="1"/>
        </p:nvCxnSpPr>
        <p:spPr>
          <a:xfrm>
            <a:off x="6889627" y="2679480"/>
            <a:ext cx="4352662"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30826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Title and 2 column">
    <p:bg>
      <p:bgPr>
        <a:gradFill>
          <a:gsLst>
            <a:gs pos="100000">
              <a:schemeClr val="tx2"/>
            </a:gs>
            <a:gs pos="81000">
              <a:schemeClr val="accent6"/>
            </a:gs>
            <a:gs pos="55000">
              <a:srgbClr val="02090E"/>
            </a:gs>
            <a:gs pos="14000">
              <a:schemeClr val="accent4">
                <a:lumMod val="75000"/>
              </a:schemeClr>
            </a:gs>
            <a:gs pos="0">
              <a:schemeClr val="accent4"/>
            </a:gs>
          </a:gsLst>
          <a:lin ang="27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FFF0E2-6B47-67EB-D6AA-D972E7B7C367}"/>
              </a:ext>
              <a:ext uri="{C183D7F6-B498-43B3-948B-1728B52AA6E4}">
                <adec:decorative xmlns:adec="http://schemas.microsoft.com/office/drawing/2017/decorative" val="1"/>
              </a:ext>
            </a:extLst>
          </p:cNvPr>
          <p:cNvSpPr/>
          <p:nvPr userDrawn="1"/>
        </p:nvSpPr>
        <p:spPr>
          <a:xfrm>
            <a:off x="0" y="-6350"/>
            <a:ext cx="4646951" cy="68643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Nova"/>
              <a:ea typeface="+mn-ea"/>
              <a:cs typeface="+mn-cs"/>
            </a:endParaRPr>
          </a:p>
        </p:txBody>
      </p:sp>
      <p:cxnSp>
        <p:nvCxnSpPr>
          <p:cNvPr id="4" name="Straight Connector 3">
            <a:extLst>
              <a:ext uri="{FF2B5EF4-FFF2-40B4-BE49-F238E27FC236}">
                <a16:creationId xmlns:a16="http://schemas.microsoft.com/office/drawing/2014/main" id="{94827F6F-999F-23E9-8C09-325D1A76B07A}"/>
              </a:ext>
              <a:ext uri="{C183D7F6-B498-43B3-948B-1728B52AA6E4}">
                <adec:decorative xmlns:adec="http://schemas.microsoft.com/office/drawing/2017/decorative" val="1"/>
              </a:ext>
            </a:extLst>
          </p:cNvPr>
          <p:cNvCxnSpPr>
            <a:cxnSpLocks/>
          </p:cNvCxnSpPr>
          <p:nvPr userDrawn="1"/>
        </p:nvCxnSpPr>
        <p:spPr>
          <a:xfrm>
            <a:off x="835831" y="2680134"/>
            <a:ext cx="3114078"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171396"/>
            <a:ext cx="3736630" cy="2202350"/>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41716" y="3078480"/>
            <a:ext cx="3108193" cy="3047997"/>
          </a:xfrm>
        </p:spPr>
        <p:txBody>
          <a:bodyPr/>
          <a:lstStyle>
            <a:lvl1pPr marL="0" indent="0">
              <a:lnSpc>
                <a:spcPct val="120000"/>
              </a:lnSpc>
              <a:spcBef>
                <a:spcPts val="1000"/>
              </a:spcBef>
              <a:spcAft>
                <a:spcPts val="600"/>
              </a:spcAft>
              <a:buClr>
                <a:schemeClr val="accent6"/>
              </a:buClr>
              <a:buFont typeface="Arial" panose="020B0604020202020204" pitchFamily="34" charset="0"/>
              <a:buNone/>
              <a:defRPr sz="1800" spc="0" baseline="0">
                <a:solidFill>
                  <a:schemeClr val="bg1"/>
                </a:solidFill>
                <a:latin typeface="+mn-lt"/>
              </a:defRPr>
            </a:lvl1pPr>
            <a:lvl2pPr marL="569214" indent="-285750">
              <a:lnSpc>
                <a:spcPct val="120000"/>
              </a:lnSpc>
              <a:spcBef>
                <a:spcPts val="1000"/>
              </a:spcBef>
              <a:spcAft>
                <a:spcPts val="600"/>
              </a:spcAft>
              <a:buClr>
                <a:schemeClr val="accent3"/>
              </a:buClr>
              <a:buFont typeface="Arial" panose="020B0604020202020204" pitchFamily="34" charset="0"/>
              <a:buChar char="•"/>
              <a:defRPr sz="1800" spc="0"/>
            </a:lvl2pPr>
            <a:lvl3pPr marL="861822" indent="-285750">
              <a:lnSpc>
                <a:spcPct val="120000"/>
              </a:lnSpc>
              <a:spcBef>
                <a:spcPts val="1000"/>
              </a:spcBef>
              <a:spcAft>
                <a:spcPts val="600"/>
              </a:spcAft>
              <a:buClr>
                <a:schemeClr val="accent3"/>
              </a:buClr>
              <a:buFont typeface="Arial" panose="020B0604020202020204" pitchFamily="34" charset="0"/>
              <a:buChar char="•"/>
              <a:defRPr sz="1800" spc="0"/>
            </a:lvl3pPr>
            <a:lvl4pPr marL="1152144" indent="-285750">
              <a:lnSpc>
                <a:spcPct val="120000"/>
              </a:lnSpc>
              <a:spcBef>
                <a:spcPts val="1000"/>
              </a:spcBef>
              <a:spcAft>
                <a:spcPts val="600"/>
              </a:spcAft>
              <a:buClr>
                <a:schemeClr val="accent3"/>
              </a:buClr>
              <a:buFont typeface="Arial" panose="020B0604020202020204" pitchFamily="34" charset="0"/>
              <a:buChar cha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2" name="Table Placeholder 11">
            <a:extLst>
              <a:ext uri="{FF2B5EF4-FFF2-40B4-BE49-F238E27FC236}">
                <a16:creationId xmlns:a16="http://schemas.microsoft.com/office/drawing/2014/main" id="{D360C16C-E69B-FDEF-F033-CA9A2E238288}"/>
              </a:ext>
            </a:extLst>
          </p:cNvPr>
          <p:cNvSpPr>
            <a:spLocks noGrp="1"/>
          </p:cNvSpPr>
          <p:nvPr>
            <p:ph type="tbl" sz="quarter" idx="37"/>
          </p:nvPr>
        </p:nvSpPr>
        <p:spPr>
          <a:xfrm>
            <a:off x="5067300" y="404813"/>
            <a:ext cx="6705600" cy="6048375"/>
          </a:xfrm>
        </p:spPr>
        <p:txBody>
          <a:bodyPr/>
          <a:lstStyle>
            <a:lvl1pPr>
              <a:defRPr sz="2400">
                <a:latin typeface="+mn-lt"/>
              </a:defRPr>
            </a:lvl1pPr>
          </a:lstStyle>
          <a:p>
            <a:r>
              <a:rPr lang="en-US"/>
              <a:t>Click icon to add table</a:t>
            </a:r>
            <a:endParaRPr lang="en-US" dirty="0"/>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Tree>
    <p:extLst>
      <p:ext uri="{BB962C8B-B14F-4D97-AF65-F5344CB8AC3E}">
        <p14:creationId xmlns:p14="http://schemas.microsoft.com/office/powerpoint/2010/main" val="390721985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96A82D-0723-4BA3-0283-9F0D67B0CEF4}"/>
              </a:ext>
              <a:ext uri="{C183D7F6-B498-43B3-948B-1728B52AA6E4}">
                <adec:decorative xmlns:adec="http://schemas.microsoft.com/office/drawing/2017/decorative" val="1"/>
              </a:ext>
            </a:extLst>
          </p:cNvPr>
          <p:cNvSpPr/>
          <p:nvPr userDrawn="1"/>
        </p:nvSpPr>
        <p:spPr>
          <a:xfrm>
            <a:off x="0" y="0"/>
            <a:ext cx="12191999" cy="685800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6A20A5FD-BDFB-45F2-E644-E93FB81CA575}"/>
              </a:ext>
              <a:ext uri="{C183D7F6-B498-43B3-948B-1728B52AA6E4}">
                <adec:decorative xmlns:adec="http://schemas.microsoft.com/office/drawing/2017/decorative" val="1"/>
              </a:ext>
            </a:extLst>
          </p:cNvPr>
          <p:cNvCxnSpPr>
            <a:cxnSpLocks/>
          </p:cNvCxnSpPr>
          <p:nvPr userDrawn="1"/>
        </p:nvCxnSpPr>
        <p:spPr>
          <a:xfrm>
            <a:off x="807039" y="1983416"/>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733562" y="433906"/>
            <a:ext cx="10515601" cy="1327464"/>
          </a:xfrm>
        </p:spPr>
        <p:txBody>
          <a:bodyPr anchor="b">
            <a:noAutofit/>
          </a:bodyPr>
          <a:lstStyle>
            <a:lvl1pPr algn="l">
              <a:defRPr sz="3200" cap="all" spc="0" baseline="0">
                <a:solidFill>
                  <a:schemeClr val="accent3">
                    <a:lumMod val="75000"/>
                  </a:schemeClr>
                </a:solidFill>
              </a:defRPr>
            </a:lvl1pPr>
          </a:lstStyle>
          <a:p>
            <a:r>
              <a:rPr lang="en-US" dirty="0"/>
              <a:t>Click to add title</a:t>
            </a:r>
          </a:p>
        </p:txBody>
      </p:sp>
      <p:sp>
        <p:nvSpPr>
          <p:cNvPr id="19" name="Content Placeholder 4">
            <a:extLst>
              <a:ext uri="{FF2B5EF4-FFF2-40B4-BE49-F238E27FC236}">
                <a16:creationId xmlns:a16="http://schemas.microsoft.com/office/drawing/2014/main" id="{39870F08-C2AE-9AF7-58DE-EEA8A48BEDA9}"/>
              </a:ext>
            </a:extLst>
          </p:cNvPr>
          <p:cNvSpPr>
            <a:spLocks noGrp="1"/>
          </p:cNvSpPr>
          <p:nvPr>
            <p:ph sz="quarter" idx="36" hasCustomPrompt="1"/>
          </p:nvPr>
        </p:nvSpPr>
        <p:spPr>
          <a:xfrm>
            <a:off x="814302" y="2465535"/>
            <a:ext cx="7303538" cy="3427265"/>
          </a:xfrm>
        </p:spPr>
        <p:txBody>
          <a:bodyPr/>
          <a:lstStyle>
            <a:lvl1pPr marL="283464" indent="-283464">
              <a:lnSpc>
                <a:spcPct val="120000"/>
              </a:lnSpc>
              <a:spcBef>
                <a:spcPts val="1000"/>
              </a:spcBef>
              <a:buClr>
                <a:schemeClr val="accent3"/>
              </a:buClr>
              <a:buFont typeface="Arial" panose="020B0604020202020204" pitchFamily="34" charset="0"/>
              <a:buChar char="•"/>
              <a:defRPr sz="1800" spc="0" baseline="0">
                <a:solidFill>
                  <a:schemeClr val="bg1"/>
                </a:solidFill>
                <a:latin typeface="+mn-lt"/>
              </a:defRPr>
            </a:lvl1pPr>
            <a:lvl2pPr marL="566928" indent="-283464">
              <a:lnSpc>
                <a:spcPct val="120000"/>
              </a:lnSpc>
              <a:spcBef>
                <a:spcPts val="500"/>
              </a:spcBef>
              <a:buClr>
                <a:schemeClr val="accent3"/>
              </a:buClr>
              <a:defRPr sz="1800" spc="0"/>
            </a:lvl2pPr>
            <a:lvl3pPr marL="859536" indent="-283464">
              <a:lnSpc>
                <a:spcPct val="120000"/>
              </a:lnSpc>
              <a:spcBef>
                <a:spcPts val="500"/>
              </a:spcBef>
              <a:buClr>
                <a:schemeClr val="accent3"/>
              </a:buClr>
              <a:defRPr sz="1800" spc="0"/>
            </a:lvl3pPr>
            <a:lvl4pPr marL="1152144">
              <a:lnSpc>
                <a:spcPct val="120000"/>
              </a:lnSpc>
              <a:spcBef>
                <a:spcPts val="500"/>
              </a:spcBef>
              <a:buClr>
                <a:schemeClr val="accent3"/>
              </a:buClr>
              <a:defRPr sz="1800" spc="0"/>
            </a:lvl4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0" name="Content Placeholder 9">
            <a:extLst>
              <a:ext uri="{FF2B5EF4-FFF2-40B4-BE49-F238E27FC236}">
                <a16:creationId xmlns:a16="http://schemas.microsoft.com/office/drawing/2014/main" id="{4E7FC75E-AA73-003E-D4E3-B1819886AF9C}"/>
              </a:ext>
            </a:extLst>
          </p:cNvPr>
          <p:cNvSpPr>
            <a:spLocks noGrp="1"/>
          </p:cNvSpPr>
          <p:nvPr>
            <p:ph sz="quarter" idx="37" hasCustomPrompt="1"/>
          </p:nvPr>
        </p:nvSpPr>
        <p:spPr>
          <a:xfrm>
            <a:off x="8392160" y="2465388"/>
            <a:ext cx="2856865" cy="3427412"/>
          </a:xfrm>
        </p:spPr>
        <p:txBody>
          <a:bodyPr/>
          <a:lstStyle>
            <a:lvl1pPr marL="0" indent="0">
              <a:lnSpc>
                <a:spcPct val="120000"/>
              </a:lnSpc>
              <a:spcBef>
                <a:spcPts val="1000"/>
              </a:spcBef>
              <a:buFont typeface="Arial" panose="020B0604020202020204" pitchFamily="34" charset="0"/>
              <a:buNone/>
              <a:defRPr sz="1800">
                <a:solidFill>
                  <a:schemeClr val="bg1"/>
                </a:solidFill>
                <a:latin typeface="+mn-lt"/>
              </a:defRPr>
            </a:lvl1pPr>
            <a:lvl2pPr marL="457200" indent="0">
              <a:lnSpc>
                <a:spcPct val="120000"/>
              </a:lnSpc>
              <a:spcBef>
                <a:spcPts val="1000"/>
              </a:spcBef>
              <a:buNone/>
              <a:defRPr sz="1600">
                <a:solidFill>
                  <a:schemeClr val="bg1"/>
                </a:solidFill>
                <a:latin typeface="+mn-lt"/>
              </a:defRPr>
            </a:lvl2pPr>
            <a:lvl3pPr marL="914400" indent="0">
              <a:lnSpc>
                <a:spcPct val="120000"/>
              </a:lnSpc>
              <a:spcBef>
                <a:spcPts val="1000"/>
              </a:spcBef>
              <a:buNone/>
              <a:defRPr sz="1400">
                <a:solidFill>
                  <a:schemeClr val="bg1"/>
                </a:solidFill>
                <a:latin typeface="+mn-lt"/>
              </a:defRPr>
            </a:lvl3pPr>
            <a:lvl4pPr marL="1371600" indent="0">
              <a:lnSpc>
                <a:spcPct val="120000"/>
              </a:lnSpc>
              <a:spcBef>
                <a:spcPts val="1000"/>
              </a:spcBef>
              <a:buNone/>
              <a:defRPr sz="1200">
                <a:solidFill>
                  <a:schemeClr val="bg1"/>
                </a:solidFill>
                <a:latin typeface="+mn-lt"/>
              </a:defRPr>
            </a:lvl4pPr>
            <a:lvl5pPr marL="1828800" indent="0">
              <a:lnSpc>
                <a:spcPct val="120000"/>
              </a:lnSpc>
              <a:spcBef>
                <a:spcPts val="1000"/>
              </a:spcBef>
              <a:buNone/>
              <a:defRPr sz="1200">
                <a:solidFill>
                  <a:schemeClr val="bg1"/>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324561196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2 column">
    <p:bg>
      <p:bgPr>
        <a:gradFill>
          <a:gsLst>
            <a:gs pos="100000">
              <a:schemeClr val="tx2"/>
            </a:gs>
            <a:gs pos="81000">
              <a:schemeClr val="accent6"/>
            </a:gs>
            <a:gs pos="31000">
              <a:srgbClr val="02090E"/>
            </a:gs>
            <a:gs pos="14000">
              <a:schemeClr val="accent4">
                <a:lumMod val="75000"/>
              </a:schemeClr>
            </a:gs>
            <a:gs pos="0">
              <a:schemeClr val="accent4"/>
            </a:gs>
          </a:gsLst>
          <a:lin ang="7800000" scaled="0"/>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D51531-1219-2E4B-DCE7-C6FD9D809F0C}"/>
              </a:ext>
              <a:ext uri="{C183D7F6-B498-43B3-948B-1728B52AA6E4}">
                <adec:decorative xmlns:adec="http://schemas.microsoft.com/office/drawing/2017/decorative" val="1"/>
              </a:ext>
            </a:extLst>
          </p:cNvPr>
          <p:cNvSpPr/>
          <p:nvPr userDrawn="1"/>
        </p:nvSpPr>
        <p:spPr>
          <a:xfrm>
            <a:off x="321869" y="343814"/>
            <a:ext cx="11550701" cy="6210605"/>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4" name="Straight Connector 3">
            <a:extLst>
              <a:ext uri="{FF2B5EF4-FFF2-40B4-BE49-F238E27FC236}">
                <a16:creationId xmlns:a16="http://schemas.microsoft.com/office/drawing/2014/main" id="{BEC02E56-87A4-158A-F0B0-DB8E9BE3AE5E}"/>
              </a:ext>
              <a:ext uri="{C183D7F6-B498-43B3-948B-1728B52AA6E4}">
                <adec:decorative xmlns:adec="http://schemas.microsoft.com/office/drawing/2017/decorative" val="1"/>
              </a:ext>
            </a:extLst>
          </p:cNvPr>
          <p:cNvCxnSpPr>
            <a:cxnSpLocks/>
          </p:cNvCxnSpPr>
          <p:nvPr userDrawn="1"/>
        </p:nvCxnSpPr>
        <p:spPr>
          <a:xfrm>
            <a:off x="807039" y="1991547"/>
            <a:ext cx="10546763"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F8070BB-B3B5-3A8A-2466-D661C741794F}"/>
              </a:ext>
            </a:extLst>
          </p:cNvPr>
          <p:cNvSpPr>
            <a:spLocks noGrp="1"/>
          </p:cNvSpPr>
          <p:nvPr>
            <p:ph type="title" hasCustomPrompt="1"/>
          </p:nvPr>
        </p:nvSpPr>
        <p:spPr>
          <a:xfrm>
            <a:off x="835370" y="643842"/>
            <a:ext cx="10515601" cy="1140849"/>
          </a:xfrm>
        </p:spPr>
        <p:txBody>
          <a:bodyPr lIns="0" anchor="b">
            <a:noAutofit/>
          </a:bodyPr>
          <a:lstStyle>
            <a:lvl1pPr algn="l">
              <a:defRPr sz="3200" cap="all" spc="0" baseline="0">
                <a:solidFill>
                  <a:schemeClr val="accent3">
                    <a:lumMod val="75000"/>
                  </a:schemeClr>
                </a:solidFill>
              </a:defRPr>
            </a:lvl1pPr>
          </a:lstStyle>
          <a:p>
            <a:r>
              <a:rPr lang="en-US" dirty="0"/>
              <a:t>Click to add title</a:t>
            </a:r>
          </a:p>
        </p:txBody>
      </p:sp>
      <p:sp>
        <p:nvSpPr>
          <p:cNvPr id="10" name="Table Placeholder 9">
            <a:extLst>
              <a:ext uri="{FF2B5EF4-FFF2-40B4-BE49-F238E27FC236}">
                <a16:creationId xmlns:a16="http://schemas.microsoft.com/office/drawing/2014/main" id="{471D7DE3-05F5-8052-02FA-6EF9717E15BE}"/>
              </a:ext>
            </a:extLst>
          </p:cNvPr>
          <p:cNvSpPr>
            <a:spLocks noGrp="1"/>
          </p:cNvSpPr>
          <p:nvPr>
            <p:ph type="tbl" sz="quarter" idx="13"/>
          </p:nvPr>
        </p:nvSpPr>
        <p:spPr>
          <a:xfrm>
            <a:off x="835025" y="2560638"/>
            <a:ext cx="10515600" cy="3478212"/>
          </a:xfrm>
        </p:spPr>
        <p:txBody>
          <a:bodyPr/>
          <a:lstStyle>
            <a:lvl1pPr>
              <a:defRPr sz="2400">
                <a:latin typeface="+mn-lt"/>
              </a:defRPr>
            </a:lvl1pPr>
          </a:lstStyle>
          <a:p>
            <a:r>
              <a:rPr lang="en-US"/>
              <a:t>Click icon to add table</a:t>
            </a:r>
            <a:endParaRPr lang="en-US" dirty="0"/>
          </a:p>
        </p:txBody>
      </p:sp>
      <p:cxnSp>
        <p:nvCxnSpPr>
          <p:cNvPr id="8" name="Straight Connector 7">
            <a:extLst>
              <a:ext uri="{FF2B5EF4-FFF2-40B4-BE49-F238E27FC236}">
                <a16:creationId xmlns:a16="http://schemas.microsoft.com/office/drawing/2014/main" id="{6468DE94-FC46-A848-7949-ABFEADADEA16}"/>
              </a:ext>
              <a:ext uri="{C183D7F6-B498-43B3-948B-1728B52AA6E4}">
                <adec:decorative xmlns:adec="http://schemas.microsoft.com/office/drawing/2017/decorative" val="1"/>
              </a:ext>
            </a:extLst>
          </p:cNvPr>
          <p:cNvCxnSpPr>
            <a:cxnSpLocks/>
          </p:cNvCxnSpPr>
          <p:nvPr userDrawn="1"/>
        </p:nvCxnSpPr>
        <p:spPr>
          <a:xfrm>
            <a:off x="807039" y="1983705"/>
            <a:ext cx="10435630"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B02A6961-FD29-3446-6A70-B0D4EE5D14C5}"/>
              </a:ext>
            </a:extLst>
          </p:cNvPr>
          <p:cNvSpPr>
            <a:spLocks noGrp="1"/>
          </p:cNvSpPr>
          <p:nvPr>
            <p:ph type="ftr" sz="quarter" idx="11"/>
          </p:nvPr>
        </p:nvSpPr>
        <p:spPr>
          <a:xfrm>
            <a:off x="336405" y="6237287"/>
            <a:ext cx="4114800" cy="365125"/>
          </a:xfrm>
        </p:spPr>
        <p:txBody>
          <a:bodyPr>
            <a:noAutofit/>
          </a:bodyPr>
          <a:lstStyle>
            <a:lvl1pPr algn="l">
              <a:defRPr sz="1200" spc="0">
                <a:solidFill>
                  <a:schemeClr val="bg1"/>
                </a:solidFill>
              </a:defRPr>
            </a:lvl1pPr>
          </a:lstStyle>
          <a:p>
            <a:r>
              <a:rPr lang="en-US" dirty="0"/>
              <a:t>Presentation title</a:t>
            </a:r>
          </a:p>
        </p:txBody>
      </p:sp>
      <p:sp>
        <p:nvSpPr>
          <p:cNvPr id="16" name="Slide Number Placeholder 5">
            <a:extLst>
              <a:ext uri="{FF2B5EF4-FFF2-40B4-BE49-F238E27FC236}">
                <a16:creationId xmlns:a16="http://schemas.microsoft.com/office/drawing/2014/main" id="{68477A85-1CCD-1BF5-8FF0-11B80AE2F6FC}"/>
              </a:ext>
            </a:extLst>
          </p:cNvPr>
          <p:cNvSpPr>
            <a:spLocks noGrp="1"/>
          </p:cNvSpPr>
          <p:nvPr>
            <p:ph type="sldNum" sz="quarter" idx="12"/>
          </p:nvPr>
        </p:nvSpPr>
        <p:spPr>
          <a:xfrm>
            <a:off x="9140971" y="6226198"/>
            <a:ext cx="2743200" cy="365125"/>
          </a:xfrm>
        </p:spPr>
        <p:txBody>
          <a:bodyPr>
            <a:noAutofit/>
          </a:bodyPr>
          <a:lstStyle>
            <a:lvl1pPr>
              <a:defRPr sz="1200">
                <a:solidFill>
                  <a:schemeClr val="bg1"/>
                </a:solidFill>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454591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losing">
    <p:bg>
      <p:bgPr>
        <a:gradFill>
          <a:gsLst>
            <a:gs pos="81987">
              <a:schemeClr val="accent6">
                <a:lumMod val="50000"/>
              </a:schemeClr>
            </a:gs>
            <a:gs pos="35040">
              <a:srgbClr val="020B11"/>
            </a:gs>
            <a:gs pos="11979">
              <a:schemeClr val="accent4">
                <a:lumMod val="50000"/>
              </a:schemeClr>
            </a:gs>
            <a:gs pos="0">
              <a:schemeClr val="accent4"/>
            </a:gs>
            <a:gs pos="99000">
              <a:schemeClr val="tx2"/>
            </a:gs>
          </a:gsLst>
          <a:lin ang="5400000" scaled="1"/>
        </a:gra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89F5C3D-E9E6-75E0-BF7D-799B5CFE5ED0}"/>
              </a:ext>
              <a:ext uri="{C183D7F6-B498-43B3-948B-1728B52AA6E4}">
                <adec:decorative xmlns:adec="http://schemas.microsoft.com/office/drawing/2017/decorative" val="1"/>
              </a:ext>
            </a:extLst>
          </p:cNvPr>
          <p:cNvGrpSpPr/>
          <p:nvPr userDrawn="1"/>
        </p:nvGrpSpPr>
        <p:grpSpPr>
          <a:xfrm>
            <a:off x="4575462" y="4137"/>
            <a:ext cx="7616537" cy="6853863"/>
            <a:chOff x="4575462" y="4137"/>
            <a:chExt cx="7616537" cy="6853863"/>
          </a:xfrm>
        </p:grpSpPr>
        <p:grpSp>
          <p:nvGrpSpPr>
            <p:cNvPr id="16" name="Group 15">
              <a:extLst>
                <a:ext uri="{FF2B5EF4-FFF2-40B4-BE49-F238E27FC236}">
                  <a16:creationId xmlns:a16="http://schemas.microsoft.com/office/drawing/2014/main" id="{CDE1D2C2-40C4-6B80-E8C6-B4CE94C23037}"/>
                </a:ext>
              </a:extLst>
            </p:cNvPr>
            <p:cNvGrpSpPr/>
            <p:nvPr/>
          </p:nvGrpSpPr>
          <p:grpSpPr>
            <a:xfrm>
              <a:off x="4575462" y="691665"/>
              <a:ext cx="364018" cy="857035"/>
              <a:chOff x="468157" y="1144246"/>
              <a:chExt cx="364018" cy="857035"/>
            </a:xfrm>
          </p:grpSpPr>
          <p:sp>
            <p:nvSpPr>
              <p:cNvPr id="27" name="Oval 26">
                <a:extLst>
                  <a:ext uri="{FF2B5EF4-FFF2-40B4-BE49-F238E27FC236}">
                    <a16:creationId xmlns:a16="http://schemas.microsoft.com/office/drawing/2014/main" id="{7C904D88-E1BE-F1FA-D405-F55DA966DA84}"/>
                  </a:ext>
                  <a:ext uri="{C183D7F6-B498-43B3-948B-1728B52AA6E4}">
                    <adec:decorative xmlns:adec="http://schemas.microsoft.com/office/drawing/2017/decorative" val="1"/>
                  </a:ext>
                </a:extLst>
              </p:cNvPr>
              <p:cNvSpPr/>
              <p:nvPr/>
            </p:nvSpPr>
            <p:spPr>
              <a:xfrm>
                <a:off x="705405" y="1144246"/>
                <a:ext cx="126770" cy="126770"/>
              </a:xfrm>
              <a:prstGeom prst="ellipse">
                <a:avLst/>
              </a:prstGeom>
              <a:noFill/>
              <a:ln>
                <a:solidFill>
                  <a:schemeClr val="accent4">
                    <a:lumMod val="60000"/>
                    <a:lumOff val="40000"/>
                    <a:alpha val="49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8" name="Graphic 12">
                <a:extLst>
                  <a:ext uri="{FF2B5EF4-FFF2-40B4-BE49-F238E27FC236}">
                    <a16:creationId xmlns:a16="http://schemas.microsoft.com/office/drawing/2014/main" id="{1D8F0816-C429-D32E-058B-33405874DFA7}"/>
                  </a:ext>
                  <a:ext uri="{C183D7F6-B498-43B3-948B-1728B52AA6E4}">
                    <adec:decorative xmlns:adec="http://schemas.microsoft.com/office/drawing/2017/decorative" val="1"/>
                  </a:ext>
                </a:extLst>
              </p:cNvPr>
              <p:cNvSpPr/>
              <p:nvPr/>
            </p:nvSpPr>
            <p:spPr>
              <a:xfrm>
                <a:off x="468157" y="1963496"/>
                <a:ext cx="45719" cy="37785"/>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4">
                  <a:lumMod val="60000"/>
                  <a:lumOff val="40000"/>
                  <a:alpha val="49071"/>
                </a:schemeClr>
              </a:solidFill>
              <a:ln w="422" cap="flat">
                <a:noFill/>
                <a:prstDash val="solid"/>
                <a:miter/>
              </a:ln>
            </p:spPr>
            <p:txBody>
              <a:bodyPr rtlCol="0" anchor="ctr">
                <a:noAutofit/>
              </a:bodyPr>
              <a:lstStyle/>
              <a:p>
                <a:endParaRPr lang="en-US" dirty="0"/>
              </a:p>
            </p:txBody>
          </p:sp>
        </p:grpSp>
        <p:pic>
          <p:nvPicPr>
            <p:cNvPr id="4" name="Content Placeholder 14">
              <a:extLst>
                <a:ext uri="{FF2B5EF4-FFF2-40B4-BE49-F238E27FC236}">
                  <a16:creationId xmlns:a16="http://schemas.microsoft.com/office/drawing/2014/main" id="{14AC0A97-7D79-3DBE-FB53-A9EBFD806E06}"/>
                </a:ext>
                <a:ext uri="{C183D7F6-B498-43B3-948B-1728B52AA6E4}">
                  <adec:decorative xmlns:adec="http://schemas.microsoft.com/office/drawing/2017/decorative" val="1"/>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542796" y="4137"/>
              <a:ext cx="5649203" cy="6853863"/>
            </a:xfrm>
            <a:prstGeom prst="rect">
              <a:avLst/>
            </a:prstGeom>
          </p:spPr>
        </p:pic>
      </p:grpSp>
      <p:sp>
        <p:nvSpPr>
          <p:cNvPr id="2" name="Title 1">
            <a:extLst>
              <a:ext uri="{FF2B5EF4-FFF2-40B4-BE49-F238E27FC236}">
                <a16:creationId xmlns:a16="http://schemas.microsoft.com/office/drawing/2014/main" id="{51E83F98-B388-2594-BACB-E3DB652C97D5}"/>
              </a:ext>
            </a:extLst>
          </p:cNvPr>
          <p:cNvSpPr>
            <a:spLocks noGrp="1"/>
          </p:cNvSpPr>
          <p:nvPr>
            <p:ph type="title" hasCustomPrompt="1"/>
          </p:nvPr>
        </p:nvSpPr>
        <p:spPr>
          <a:xfrm>
            <a:off x="835831" y="173735"/>
            <a:ext cx="4409514" cy="2203704"/>
          </a:xfrm>
        </p:spPr>
        <p:txBody>
          <a:bodyPr anchor="b">
            <a:noAutofit/>
          </a:bodyPr>
          <a:lstStyle>
            <a:lvl1pPr>
              <a:defRPr sz="3200" cap="all" baseline="0">
                <a:solidFill>
                  <a:schemeClr val="accent3"/>
                </a:solidFill>
              </a:defRPr>
            </a:lvl1pPr>
          </a:lstStyle>
          <a:p>
            <a:r>
              <a:rPr lang="en-US" dirty="0"/>
              <a:t>Click to add title</a:t>
            </a:r>
          </a:p>
        </p:txBody>
      </p:sp>
      <p:sp>
        <p:nvSpPr>
          <p:cNvPr id="7" name="Content Placeholder 6">
            <a:extLst>
              <a:ext uri="{FF2B5EF4-FFF2-40B4-BE49-F238E27FC236}">
                <a16:creationId xmlns:a16="http://schemas.microsoft.com/office/drawing/2014/main" id="{0D9D0F3E-69D8-49F3-5D7A-71FDC4E3EEE3}"/>
              </a:ext>
            </a:extLst>
          </p:cNvPr>
          <p:cNvSpPr>
            <a:spLocks noGrp="1"/>
          </p:cNvSpPr>
          <p:nvPr>
            <p:ph sz="quarter" idx="14" hasCustomPrompt="1"/>
          </p:nvPr>
        </p:nvSpPr>
        <p:spPr>
          <a:xfrm>
            <a:off x="831850" y="3079119"/>
            <a:ext cx="4413250" cy="2752725"/>
          </a:xfrm>
        </p:spPr>
        <p:txBody>
          <a:bodyPr/>
          <a:lstStyle>
            <a:lvl1pPr>
              <a:lnSpc>
                <a:spcPct val="120000"/>
              </a:lnSpc>
              <a:spcBef>
                <a:spcPts val="1000"/>
              </a:spcBef>
              <a:defRPr sz="1800">
                <a:solidFill>
                  <a:schemeClr val="bg1"/>
                </a:solidFill>
                <a:latin typeface="+mn-lt"/>
              </a:defRPr>
            </a:lvl1pPr>
            <a:lvl2pPr>
              <a:lnSpc>
                <a:spcPct val="120000"/>
              </a:lnSpc>
              <a:spcBef>
                <a:spcPts val="1000"/>
              </a:spcBef>
              <a:buClr>
                <a:schemeClr val="accent3"/>
              </a:buClr>
              <a:defRPr sz="1600">
                <a:solidFill>
                  <a:schemeClr val="bg1"/>
                </a:solidFill>
                <a:latin typeface="+mn-lt"/>
              </a:defRPr>
            </a:lvl2pPr>
            <a:lvl3pPr>
              <a:lnSpc>
                <a:spcPct val="120000"/>
              </a:lnSpc>
              <a:spcBef>
                <a:spcPts val="1000"/>
              </a:spcBef>
              <a:buClr>
                <a:schemeClr val="accent3"/>
              </a:buClr>
              <a:defRPr sz="1400">
                <a:solidFill>
                  <a:schemeClr val="bg1"/>
                </a:solidFill>
                <a:latin typeface="+mn-lt"/>
              </a:defRPr>
            </a:lvl3pPr>
            <a:lvl4pPr>
              <a:lnSpc>
                <a:spcPct val="120000"/>
              </a:lnSpc>
              <a:spcBef>
                <a:spcPts val="1000"/>
              </a:spcBef>
              <a:buClr>
                <a:schemeClr val="accent3"/>
              </a:buClr>
              <a:defRPr sz="1200">
                <a:solidFill>
                  <a:schemeClr val="bg1"/>
                </a:solidFill>
                <a:latin typeface="+mn-lt"/>
              </a:defRPr>
            </a:lvl4pPr>
            <a:lvl5pPr>
              <a:lnSpc>
                <a:spcPct val="120000"/>
              </a:lnSpc>
              <a:spcBef>
                <a:spcPts val="1000"/>
              </a:spcBef>
              <a:buClr>
                <a:schemeClr val="accent3"/>
              </a:buClr>
              <a:defRPr sz="1200">
                <a:solidFill>
                  <a:schemeClr val="bg1"/>
                </a:solidFill>
                <a:latin typeface="+mn-lt"/>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61CFC792-44F7-2497-E19D-8FB08AFF94F7}"/>
              </a:ext>
              <a:ext uri="{C183D7F6-B498-43B3-948B-1728B52AA6E4}">
                <adec:decorative xmlns:adec="http://schemas.microsoft.com/office/drawing/2017/decorative" val="1"/>
              </a:ext>
            </a:extLst>
          </p:cNvPr>
          <p:cNvCxnSpPr>
            <a:cxnSpLocks/>
          </p:cNvCxnSpPr>
          <p:nvPr userDrawn="1"/>
        </p:nvCxnSpPr>
        <p:spPr>
          <a:xfrm>
            <a:off x="835831" y="2679192"/>
            <a:ext cx="4101929" cy="0"/>
          </a:xfrm>
          <a:prstGeom prst="line">
            <a:avLst/>
          </a:prstGeom>
          <a:ln w="25400">
            <a:gradFill>
              <a:gsLst>
                <a:gs pos="0">
                  <a:schemeClr val="accent4">
                    <a:lumMod val="50000"/>
                  </a:schemeClr>
                </a:gs>
                <a:gs pos="100000">
                  <a:schemeClr val="accent6"/>
                </a:gs>
              </a:gsLst>
              <a:lin ang="1080000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826071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chemeClr val="tx1"/>
            </a:gs>
            <a:gs pos="99000">
              <a:srgbClr val="05202E"/>
            </a:gs>
          </a:gsLst>
          <a:lin ang="5400000" scaled="1"/>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3EA418-19D1-0D4D-BE52-40A86E32FB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2BAE0C-5187-A64D-A481-E69245670354}"/>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9759C05-48F5-9346-8256-5B61C6990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noAutofit/>
          </a:bodyPr>
          <a:lstStyle>
            <a:lvl1pPr algn="l">
              <a:defRPr sz="1200">
                <a:solidFill>
                  <a:schemeClr val="bg1"/>
                </a:solidFill>
                <a:latin typeface="+mj-lt"/>
                <a:cs typeface="Biome" panose="020B0503030204020804" pitchFamily="34" charset="0"/>
              </a:defRPr>
            </a:lvl1pPr>
          </a:lstStyle>
          <a:p>
            <a:endParaRPr lang="en-US" dirty="0"/>
          </a:p>
        </p:txBody>
      </p:sp>
      <p:sp>
        <p:nvSpPr>
          <p:cNvPr id="5" name="Footer Placeholder 4">
            <a:extLst>
              <a:ext uri="{FF2B5EF4-FFF2-40B4-BE49-F238E27FC236}">
                <a16:creationId xmlns:a16="http://schemas.microsoft.com/office/drawing/2014/main" id="{84175D63-7351-9C4A-AEE0-10E27B3B64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sz="1200">
                <a:solidFill>
                  <a:schemeClr val="bg1"/>
                </a:solidFill>
                <a:latin typeface="+mj-lt"/>
                <a:cs typeface="Biome" panose="020B0503030204020804" pitchFamily="34" charset="0"/>
              </a:defRPr>
            </a:lvl1pPr>
          </a:lstStyle>
          <a:p>
            <a:r>
              <a:rPr lang="en-US" dirty="0"/>
              <a:t>Presentation title</a:t>
            </a:r>
          </a:p>
        </p:txBody>
      </p:sp>
      <p:sp>
        <p:nvSpPr>
          <p:cNvPr id="6" name="Slide Number Placeholder 5">
            <a:extLst>
              <a:ext uri="{FF2B5EF4-FFF2-40B4-BE49-F238E27FC236}">
                <a16:creationId xmlns:a16="http://schemas.microsoft.com/office/drawing/2014/main" id="{7350889F-2BBA-5F45-95BC-BEA66881675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noAutofit/>
          </a:bodyPr>
          <a:lstStyle>
            <a:lvl1pPr algn="r">
              <a:defRPr sz="1200">
                <a:solidFill>
                  <a:schemeClr val="bg1"/>
                </a:solidFill>
                <a:latin typeface="+mj-lt"/>
                <a:cs typeface="Biome" panose="020B0503030204020804" pitchFamily="34" charset="0"/>
              </a:defRPr>
            </a:lvl1pPr>
          </a:lstStyle>
          <a:p>
            <a:fld id="{FE024F78-56A6-7740-B68D-8D4D026EDF3F}" type="slidenum">
              <a:rPr lang="en-US" smtClean="0"/>
              <a:pPr/>
              <a:t>‹#›</a:t>
            </a:fld>
            <a:endParaRPr lang="en-US" dirty="0"/>
          </a:p>
        </p:txBody>
      </p:sp>
    </p:spTree>
    <p:extLst>
      <p:ext uri="{BB962C8B-B14F-4D97-AF65-F5344CB8AC3E}">
        <p14:creationId xmlns:p14="http://schemas.microsoft.com/office/powerpoint/2010/main" val="1955693199"/>
      </p:ext>
    </p:extLst>
  </p:cSld>
  <p:clrMap bg1="lt1" tx1="dk1" bg2="lt2" tx2="dk2" accent1="accent1" accent2="accent2" accent3="accent3" accent4="accent4" accent5="accent5" accent6="accent6" hlink="hlink" folHlink="folHlink"/>
  <p:sldLayoutIdLst>
    <p:sldLayoutId id="2147483657" r:id="rId1"/>
    <p:sldLayoutId id="2147483679" r:id="rId2"/>
    <p:sldLayoutId id="2147483669" r:id="rId3"/>
    <p:sldLayoutId id="2147483672" r:id="rId4"/>
    <p:sldLayoutId id="2147483673" r:id="rId5"/>
    <p:sldLayoutId id="2147483674" r:id="rId6"/>
    <p:sldLayoutId id="2147483671" r:id="rId7"/>
    <p:sldLayoutId id="2147483675" r:id="rId8"/>
    <p:sldLayoutId id="2147483676" r:id="rId9"/>
    <p:sldLayoutId id="2147483670" r:id="rId10"/>
    <p:sldLayoutId id="2147483677" r:id="rId11"/>
    <p:sldLayoutId id="2147483678" r:id="rId12"/>
    <p:sldLayoutId id="2147483664" r:id="rId13"/>
    <p:sldLayoutId id="2147483663" r:id="rId14"/>
  </p:sldLayoutIdLst>
  <p:hf hdr="0" ftr="0" dt="0"/>
  <p:txStyles>
    <p:titleStyle>
      <a:lvl1pPr algn="l" defTabSz="914400" rtl="0" eaLnBrk="1" latinLnBrk="0" hangingPunct="1">
        <a:lnSpc>
          <a:spcPct val="90000"/>
        </a:lnSpc>
        <a:spcBef>
          <a:spcPct val="0"/>
        </a:spcBef>
        <a:buNone/>
        <a:defRPr sz="4400" kern="1200" spc="300" baseline="0">
          <a:solidFill>
            <a:schemeClr val="bg1"/>
          </a:solidFill>
          <a:latin typeface="+mj-lt"/>
          <a:ea typeface="+mj-ea"/>
          <a:cs typeface="Biome" panose="020B05030302040208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ubtitle 3">
            <a:extLst>
              <a:ext uri="{FF2B5EF4-FFF2-40B4-BE49-F238E27FC236}">
                <a16:creationId xmlns:a16="http://schemas.microsoft.com/office/drawing/2014/main" id="{2981AB9E-AF0F-CAD0-2DD2-D640FB871E66}"/>
              </a:ext>
            </a:extLst>
          </p:cNvPr>
          <p:cNvSpPr>
            <a:spLocks noGrp="1"/>
          </p:cNvSpPr>
          <p:nvPr>
            <p:ph type="subTitle" idx="1"/>
          </p:nvPr>
        </p:nvSpPr>
        <p:spPr>
          <a:xfrm>
            <a:off x="0" y="457200"/>
            <a:ext cx="12191997" cy="6201104"/>
          </a:xfrm>
        </p:spPr>
        <p:txBody>
          <a:bodyPr/>
          <a:lstStyle/>
          <a:p>
            <a:r>
              <a:rPr lang="en-US" b="1" dirty="0"/>
              <a:t>Online Course Registration System</a:t>
            </a:r>
          </a:p>
          <a:p>
            <a:br>
              <a:rPr lang="en-US" dirty="0"/>
            </a:br>
            <a:r>
              <a:rPr lang="en-US" dirty="0"/>
              <a:t>CST499 Capstone Project</a:t>
            </a:r>
          </a:p>
          <a:p>
            <a:br>
              <a:rPr lang="en-US" dirty="0"/>
            </a:br>
            <a:r>
              <a:rPr lang="en-US" dirty="0"/>
              <a:t>Jeremy Caston</a:t>
            </a:r>
          </a:p>
          <a:p>
            <a:endParaRPr lang="en-US" dirty="0"/>
          </a:p>
          <a:p>
            <a:r>
              <a:rPr lang="en-US" dirty="0"/>
              <a:t>https://github.com/CastonJ/Capstone_Project</a:t>
            </a:r>
          </a:p>
          <a:p>
            <a:br>
              <a:rPr lang="en-US" dirty="0"/>
            </a:br>
            <a:r>
              <a:rPr lang="en-US" dirty="0"/>
              <a:t>Instructor: Joseph Rangitsch</a:t>
            </a:r>
          </a:p>
        </p:txBody>
      </p:sp>
    </p:spTree>
    <p:extLst>
      <p:ext uri="{BB962C8B-B14F-4D97-AF65-F5344CB8AC3E}">
        <p14:creationId xmlns:p14="http://schemas.microsoft.com/office/powerpoint/2010/main" val="2498031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chemeClr val="tx2"/>
            </a:gs>
            <a:gs pos="81000">
              <a:schemeClr val="accent6"/>
            </a:gs>
            <a:gs pos="55000">
              <a:srgbClr val="02090E"/>
            </a:gs>
            <a:gs pos="14000">
              <a:schemeClr val="accent4">
                <a:lumMod val="75000"/>
              </a:schemeClr>
            </a:gs>
            <a:gs pos="0">
              <a:schemeClr val="accent4"/>
            </a:gs>
          </a:gsLst>
          <a:lin ang="2700000" scaled="1"/>
          <a:tileRect/>
        </a:gra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A2458FF-0D0C-4ACC-C6FB-103BC0BADCCD}"/>
              </a:ext>
            </a:extLst>
          </p:cNvPr>
          <p:cNvSpPr>
            <a:spLocks noGrp="1"/>
          </p:cNvSpPr>
          <p:nvPr>
            <p:ph type="title"/>
          </p:nvPr>
        </p:nvSpPr>
        <p:spPr>
          <a:xfrm>
            <a:off x="838200" y="365125"/>
            <a:ext cx="5089633" cy="1936866"/>
          </a:xfrm>
        </p:spPr>
        <p:txBody>
          <a:bodyPr/>
          <a:lstStyle/>
          <a:p>
            <a:r>
              <a:rPr lang="en-US" dirty="0"/>
              <a:t>Project Overview</a:t>
            </a:r>
          </a:p>
        </p:txBody>
      </p:sp>
      <p:sp>
        <p:nvSpPr>
          <p:cNvPr id="31" name="Text Placeholder 3">
            <a:extLst>
              <a:ext uri="{FF2B5EF4-FFF2-40B4-BE49-F238E27FC236}">
                <a16:creationId xmlns:a16="http://schemas.microsoft.com/office/drawing/2014/main" id="{F1239C0E-3F39-787D-0FC3-6B7C9BA37E8F}"/>
              </a:ext>
            </a:extLst>
          </p:cNvPr>
          <p:cNvSpPr>
            <a:spLocks noGrp="1"/>
          </p:cNvSpPr>
          <p:nvPr>
            <p:ph sz="quarter" idx="10"/>
          </p:nvPr>
        </p:nvSpPr>
        <p:spPr>
          <a:xfrm>
            <a:off x="838201" y="3097848"/>
            <a:ext cx="4466504" cy="3405187"/>
          </a:xfrm>
        </p:spPr>
        <p:txBody>
          <a:bodyPr anchor="t"/>
          <a:lstStyle/>
          <a:p>
            <a:pPr marL="285750" indent="-285750">
              <a:buFont typeface="Arial" panose="020B0604020202020204" pitchFamily="34" charset="0"/>
              <a:buChar char="•"/>
            </a:pPr>
            <a:r>
              <a:rPr lang="en-US" dirty="0"/>
              <a:t>Web-based course registration system</a:t>
            </a:r>
          </a:p>
          <a:p>
            <a:pPr marL="285750" indent="-285750">
              <a:buFont typeface="Arial" panose="020B0604020202020204" pitchFamily="34" charset="0"/>
              <a:buChar char="•"/>
            </a:pPr>
            <a:r>
              <a:rPr lang="en-US" dirty="0"/>
              <a:t>PHP and MySQL</a:t>
            </a:r>
          </a:p>
          <a:p>
            <a:pPr marL="285750" indent="-285750">
              <a:buFont typeface="Arial" panose="020B0604020202020204" pitchFamily="34" charset="0"/>
              <a:buChar char="•"/>
            </a:pPr>
            <a:r>
              <a:rPr lang="en-US" dirty="0"/>
              <a:t>XAMPP development environment</a:t>
            </a:r>
          </a:p>
          <a:p>
            <a:pPr marL="285750" indent="-285750">
              <a:buFont typeface="Arial" panose="020B0604020202020204" pitchFamily="34" charset="0"/>
              <a:buChar char="•"/>
            </a:pPr>
            <a:r>
              <a:rPr lang="en-US" dirty="0"/>
              <a:t>Student account management</a:t>
            </a:r>
          </a:p>
          <a:p>
            <a:pPr marL="285750" indent="-285750">
              <a:buFont typeface="Arial" panose="020B0604020202020204" pitchFamily="34" charset="0"/>
              <a:buChar char="•"/>
            </a:pPr>
            <a:r>
              <a:rPr lang="en-US" dirty="0"/>
              <a:t>Course enrollment and waitlists</a:t>
            </a:r>
          </a:p>
        </p:txBody>
      </p:sp>
    </p:spTree>
    <p:extLst>
      <p:ext uri="{BB962C8B-B14F-4D97-AF65-F5344CB8AC3E}">
        <p14:creationId xmlns:p14="http://schemas.microsoft.com/office/powerpoint/2010/main" val="1460159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7F7C5-CBA2-9823-0CBA-5BD773998046}"/>
              </a:ext>
            </a:extLst>
          </p:cNvPr>
          <p:cNvSpPr>
            <a:spLocks noGrp="1"/>
          </p:cNvSpPr>
          <p:nvPr>
            <p:ph type="title"/>
          </p:nvPr>
        </p:nvSpPr>
        <p:spPr>
          <a:xfrm>
            <a:off x="321869" y="579120"/>
            <a:ext cx="11548261" cy="1079412"/>
          </a:xfrm>
        </p:spPr>
        <p:txBody>
          <a:bodyPr/>
          <a:lstStyle/>
          <a:p>
            <a:r>
              <a:rPr lang="en-US" dirty="0"/>
              <a:t>Software Requirements Specification (SRS)</a:t>
            </a:r>
          </a:p>
        </p:txBody>
      </p:sp>
      <p:sp>
        <p:nvSpPr>
          <p:cNvPr id="3" name="Slide Number Placeholder 2">
            <a:extLst>
              <a:ext uri="{FF2B5EF4-FFF2-40B4-BE49-F238E27FC236}">
                <a16:creationId xmlns:a16="http://schemas.microsoft.com/office/drawing/2014/main" id="{A6A971A9-0C5C-DDFC-67F9-2E5A55F12F67}"/>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3</a:t>
            </a:fld>
            <a:endParaRPr lang="en-US" dirty="0"/>
          </a:p>
        </p:txBody>
      </p:sp>
      <p:sp>
        <p:nvSpPr>
          <p:cNvPr id="7" name="Text Placeholder 3">
            <a:extLst>
              <a:ext uri="{FF2B5EF4-FFF2-40B4-BE49-F238E27FC236}">
                <a16:creationId xmlns:a16="http://schemas.microsoft.com/office/drawing/2014/main" id="{C742D469-7351-9010-EC46-C95E1A6FE70A}"/>
              </a:ext>
            </a:extLst>
          </p:cNvPr>
          <p:cNvSpPr txBox="1">
            <a:spLocks/>
          </p:cNvSpPr>
          <p:nvPr/>
        </p:nvSpPr>
        <p:spPr>
          <a:xfrm>
            <a:off x="3618175" y="2310753"/>
            <a:ext cx="4955648" cy="4080588"/>
          </a:xfrm>
          <a:prstGeom prst="rect">
            <a:avLst/>
          </a:prstGeom>
        </p:spPr>
        <p:txBody>
          <a:bodyPr anchor="t"/>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Student Registration</a:t>
            </a:r>
          </a:p>
          <a:p>
            <a:pPr marL="285750" indent="-285750">
              <a:buFont typeface="Arial" panose="020B0604020202020204" pitchFamily="34" charset="0"/>
              <a:buChar char="•"/>
            </a:pPr>
            <a:r>
              <a:rPr lang="en-US" dirty="0"/>
              <a:t>User Authentication</a:t>
            </a:r>
          </a:p>
          <a:p>
            <a:pPr marL="285750" indent="-285750">
              <a:buFont typeface="Arial" panose="020B0604020202020204" pitchFamily="34" charset="0"/>
              <a:buChar char="•"/>
            </a:pPr>
            <a:r>
              <a:rPr lang="en-US" dirty="0"/>
              <a:t>Course Enrollment</a:t>
            </a:r>
          </a:p>
          <a:p>
            <a:pPr marL="285750" indent="-285750">
              <a:buFont typeface="Arial" panose="020B0604020202020204" pitchFamily="34" charset="0"/>
              <a:buChar char="•"/>
            </a:pPr>
            <a:r>
              <a:rPr lang="en-US" dirty="0"/>
              <a:t>Waitlist Management</a:t>
            </a:r>
          </a:p>
          <a:p>
            <a:pPr marL="285750" indent="-285750">
              <a:buFont typeface="Arial" panose="020B0604020202020204" pitchFamily="34" charset="0"/>
              <a:buChar char="•"/>
            </a:pPr>
            <a:r>
              <a:rPr lang="en-US" dirty="0"/>
              <a:t>Schedule Management</a:t>
            </a:r>
          </a:p>
          <a:p>
            <a:pPr marL="285750" indent="-285750">
              <a:buFont typeface="Arial" panose="020B0604020202020204" pitchFamily="34" charset="0"/>
              <a:buChar char="•"/>
            </a:pPr>
            <a:r>
              <a:rPr lang="en-US" dirty="0"/>
              <a:t>Database Integration</a:t>
            </a:r>
          </a:p>
        </p:txBody>
      </p:sp>
    </p:spTree>
    <p:extLst>
      <p:ext uri="{BB962C8B-B14F-4D97-AF65-F5344CB8AC3E}">
        <p14:creationId xmlns:p14="http://schemas.microsoft.com/office/powerpoint/2010/main" val="1397193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100000">
              <a:schemeClr val="tx2"/>
            </a:gs>
            <a:gs pos="79000">
              <a:schemeClr val="accent6"/>
            </a:gs>
            <a:gs pos="31000">
              <a:srgbClr val="02090E"/>
            </a:gs>
            <a:gs pos="14000">
              <a:schemeClr val="accent4">
                <a:lumMod val="75000"/>
              </a:schemeClr>
            </a:gs>
            <a:gs pos="0">
              <a:schemeClr val="accent4"/>
            </a:gs>
          </a:gsLst>
          <a:lin ang="5400000" scaled="0"/>
        </a:gradFill>
        <a:effectLst/>
      </p:bgPr>
    </p:bg>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BE4E0F37-0AD5-833C-CBE5-EAE02EC46069}"/>
              </a:ext>
            </a:extLst>
          </p:cNvPr>
          <p:cNvSpPr>
            <a:spLocks noGrp="1"/>
          </p:cNvSpPr>
          <p:nvPr>
            <p:ph type="subTitle" idx="1"/>
          </p:nvPr>
        </p:nvSpPr>
        <p:spPr>
          <a:xfrm>
            <a:off x="108957" y="218000"/>
            <a:ext cx="6499948" cy="2387865"/>
          </a:xfrm>
        </p:spPr>
        <p:txBody>
          <a:bodyPr/>
          <a:lstStyle/>
          <a:p>
            <a:r>
              <a:rPr lang="en-US" dirty="0"/>
              <a:t>UML Design Models</a:t>
            </a:r>
          </a:p>
        </p:txBody>
      </p:sp>
      <p:pic>
        <p:nvPicPr>
          <p:cNvPr id="8" name="Picture Placeholder 7" descr="A blue and purple spirals">
            <a:extLst>
              <a:ext uri="{FF2B5EF4-FFF2-40B4-BE49-F238E27FC236}">
                <a16:creationId xmlns:a16="http://schemas.microsoft.com/office/drawing/2014/main" id="{E1DBD4C7-D952-4426-40FD-8799F80F821F}"/>
              </a:ext>
            </a:extLst>
          </p:cNvPr>
          <p:cNvPicPr>
            <a:picLocks noGrp="1" noChangeAspect="1"/>
          </p:cNvPicPr>
          <p:nvPr>
            <p:ph type="pic" sz="quarter" idx="13"/>
          </p:nvPr>
        </p:nvPicPr>
        <p:blipFill>
          <a:blip r:embed="rId3"/>
          <a:srcRect t="31" b="31"/>
          <a:stretch/>
        </p:blipFill>
        <p:spPr>
          <a:xfrm>
            <a:off x="6497638" y="336550"/>
            <a:ext cx="5322887" cy="6184900"/>
          </a:xfrm>
        </p:spPr>
      </p:pic>
      <p:sp>
        <p:nvSpPr>
          <p:cNvPr id="4" name="Slide Number Placeholder 3">
            <a:extLst>
              <a:ext uri="{FF2B5EF4-FFF2-40B4-BE49-F238E27FC236}">
                <a16:creationId xmlns:a16="http://schemas.microsoft.com/office/drawing/2014/main" id="{67D6EA54-3083-FB0D-9011-2353791B0495}"/>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4</a:t>
            </a:fld>
            <a:endParaRPr lang="en-US" dirty="0"/>
          </a:p>
        </p:txBody>
      </p:sp>
      <p:pic>
        <p:nvPicPr>
          <p:cNvPr id="9" name="Picture 8">
            <a:extLst>
              <a:ext uri="{FF2B5EF4-FFF2-40B4-BE49-F238E27FC236}">
                <a16:creationId xmlns:a16="http://schemas.microsoft.com/office/drawing/2014/main" id="{FF1E2CA4-DC36-EC70-1B85-631C2951E43F}"/>
              </a:ext>
            </a:extLst>
          </p:cNvPr>
          <p:cNvPicPr>
            <a:picLocks noChangeAspect="1"/>
          </p:cNvPicPr>
          <p:nvPr/>
        </p:nvPicPr>
        <p:blipFill>
          <a:blip r:embed="rId4"/>
          <a:stretch>
            <a:fillRect/>
          </a:stretch>
        </p:blipFill>
        <p:spPr>
          <a:xfrm>
            <a:off x="108957" y="1703334"/>
            <a:ext cx="5761033" cy="3001096"/>
          </a:xfrm>
          <a:prstGeom prst="rect">
            <a:avLst/>
          </a:prstGeom>
        </p:spPr>
      </p:pic>
      <p:pic>
        <p:nvPicPr>
          <p:cNvPr id="11" name="Picture 10">
            <a:extLst>
              <a:ext uri="{FF2B5EF4-FFF2-40B4-BE49-F238E27FC236}">
                <a16:creationId xmlns:a16="http://schemas.microsoft.com/office/drawing/2014/main" id="{565DE9C0-43AC-8F6A-15C1-A1F01EEC03D6}"/>
              </a:ext>
            </a:extLst>
          </p:cNvPr>
          <p:cNvPicPr>
            <a:picLocks noChangeAspect="1"/>
          </p:cNvPicPr>
          <p:nvPr/>
        </p:nvPicPr>
        <p:blipFill>
          <a:blip r:embed="rId5"/>
          <a:stretch>
            <a:fillRect/>
          </a:stretch>
        </p:blipFill>
        <p:spPr>
          <a:xfrm>
            <a:off x="6608905" y="1411932"/>
            <a:ext cx="5337499" cy="3826071"/>
          </a:xfrm>
          <a:prstGeom prst="rect">
            <a:avLst/>
          </a:prstGeom>
        </p:spPr>
      </p:pic>
    </p:spTree>
    <p:extLst>
      <p:ext uri="{BB962C8B-B14F-4D97-AF65-F5344CB8AC3E}">
        <p14:creationId xmlns:p14="http://schemas.microsoft.com/office/powerpoint/2010/main" val="598144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60903-003B-273E-3584-5312F76C3EF3}"/>
              </a:ext>
            </a:extLst>
          </p:cNvPr>
          <p:cNvSpPr>
            <a:spLocks noGrp="1"/>
          </p:cNvSpPr>
          <p:nvPr>
            <p:ph type="title"/>
          </p:nvPr>
        </p:nvSpPr>
        <p:spPr>
          <a:xfrm>
            <a:off x="6889627" y="173736"/>
            <a:ext cx="4352662" cy="2203704"/>
          </a:xfrm>
        </p:spPr>
        <p:txBody>
          <a:bodyPr anchor="b">
            <a:normAutofit/>
          </a:bodyPr>
          <a:lstStyle/>
          <a:p>
            <a:r>
              <a:rPr lang="en-US" dirty="0"/>
              <a:t>Landing Page and Registration</a:t>
            </a:r>
          </a:p>
        </p:txBody>
      </p:sp>
      <p:pic>
        <p:nvPicPr>
          <p:cNvPr id="10" name="Picture 9">
            <a:extLst>
              <a:ext uri="{FF2B5EF4-FFF2-40B4-BE49-F238E27FC236}">
                <a16:creationId xmlns:a16="http://schemas.microsoft.com/office/drawing/2014/main" id="{54C101C4-3C9A-3083-1340-BCD9B04A9BA7}"/>
              </a:ext>
            </a:extLst>
          </p:cNvPr>
          <p:cNvPicPr>
            <a:picLocks noChangeAspect="1"/>
          </p:cNvPicPr>
          <p:nvPr/>
        </p:nvPicPr>
        <p:blipFill>
          <a:blip r:embed="rId3"/>
          <a:srcRect l="3650" r="-2" b="-2"/>
          <a:stretch>
            <a:fillRect/>
          </a:stretch>
        </p:blipFill>
        <p:spPr>
          <a:xfrm>
            <a:off x="336550" y="336550"/>
            <a:ext cx="5303640" cy="6184900"/>
          </a:xfrm>
          <a:prstGeom prst="rect">
            <a:avLst/>
          </a:prstGeom>
          <a:noFill/>
        </p:spPr>
      </p:pic>
      <p:pic>
        <p:nvPicPr>
          <p:cNvPr id="8" name="Picture 7">
            <a:extLst>
              <a:ext uri="{FF2B5EF4-FFF2-40B4-BE49-F238E27FC236}">
                <a16:creationId xmlns:a16="http://schemas.microsoft.com/office/drawing/2014/main" id="{06A3A5DE-5499-4225-6084-C17BC8627771}"/>
              </a:ext>
            </a:extLst>
          </p:cNvPr>
          <p:cNvPicPr>
            <a:picLocks noChangeAspect="1"/>
          </p:cNvPicPr>
          <p:nvPr/>
        </p:nvPicPr>
        <p:blipFill>
          <a:blip r:embed="rId4"/>
          <a:srcRect r="1" b="23821"/>
          <a:stretch>
            <a:fillRect/>
          </a:stretch>
        </p:blipFill>
        <p:spPr>
          <a:xfrm>
            <a:off x="6889627" y="3104277"/>
            <a:ext cx="4371560" cy="3022201"/>
          </a:xfrm>
          <a:prstGeom prst="rect">
            <a:avLst/>
          </a:prstGeom>
          <a:noFill/>
        </p:spPr>
      </p:pic>
      <p:sp>
        <p:nvSpPr>
          <p:cNvPr id="3" name="Slide Number Placeholder 2">
            <a:extLst>
              <a:ext uri="{FF2B5EF4-FFF2-40B4-BE49-F238E27FC236}">
                <a16:creationId xmlns:a16="http://schemas.microsoft.com/office/drawing/2014/main" id="{64347AE7-D6A2-42FB-3D58-6297742FC352}"/>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5</a:t>
            </a:fld>
            <a:endParaRPr lang="en-US"/>
          </a:p>
        </p:txBody>
      </p:sp>
    </p:spTree>
    <p:extLst>
      <p:ext uri="{BB962C8B-B14F-4D97-AF65-F5344CB8AC3E}">
        <p14:creationId xmlns:p14="http://schemas.microsoft.com/office/powerpoint/2010/main" val="19626372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FD6A3FE-1BF6-4C1A-0553-EBD497A69F2D}"/>
              </a:ext>
            </a:extLst>
          </p:cNvPr>
          <p:cNvSpPr>
            <a:spLocks noGrp="1"/>
          </p:cNvSpPr>
          <p:nvPr>
            <p:ph type="subTitle" idx="1"/>
          </p:nvPr>
        </p:nvSpPr>
        <p:spPr>
          <a:xfrm>
            <a:off x="802640" y="604255"/>
            <a:ext cx="4958081" cy="2387865"/>
          </a:xfrm>
        </p:spPr>
        <p:txBody>
          <a:bodyPr>
            <a:normAutofit/>
          </a:bodyPr>
          <a:lstStyle/>
          <a:p>
            <a:r>
              <a:rPr lang="en-US" dirty="0"/>
              <a:t>Login and Session Management</a:t>
            </a:r>
          </a:p>
        </p:txBody>
      </p:sp>
      <p:pic>
        <p:nvPicPr>
          <p:cNvPr id="7" name="Picture 6">
            <a:extLst>
              <a:ext uri="{FF2B5EF4-FFF2-40B4-BE49-F238E27FC236}">
                <a16:creationId xmlns:a16="http://schemas.microsoft.com/office/drawing/2014/main" id="{63660CB8-E6BB-E220-0F1F-F41FDF892EA7}"/>
              </a:ext>
            </a:extLst>
          </p:cNvPr>
          <p:cNvPicPr>
            <a:picLocks noChangeAspect="1"/>
          </p:cNvPicPr>
          <p:nvPr/>
        </p:nvPicPr>
        <p:blipFill>
          <a:blip r:embed="rId3"/>
          <a:stretch>
            <a:fillRect/>
          </a:stretch>
        </p:blipFill>
        <p:spPr>
          <a:xfrm>
            <a:off x="6538230" y="336550"/>
            <a:ext cx="5241702" cy="6184900"/>
          </a:xfrm>
          <a:prstGeom prst="rect">
            <a:avLst/>
          </a:prstGeom>
          <a:noFill/>
        </p:spPr>
      </p:pic>
      <p:sp>
        <p:nvSpPr>
          <p:cNvPr id="16" name="Slide Number Placeholder 4">
            <a:extLst>
              <a:ext uri="{FF2B5EF4-FFF2-40B4-BE49-F238E27FC236}">
                <a16:creationId xmlns:a16="http://schemas.microsoft.com/office/drawing/2014/main" id="{A42E3611-68BC-CFE7-2C50-841D5CCB1335}"/>
              </a:ext>
            </a:extLst>
          </p:cNvPr>
          <p:cNvSpPr>
            <a:spLocks noGrp="1"/>
          </p:cNvSpPr>
          <p:nvPr>
            <p:ph type="sldNum" sz="quarter" idx="12"/>
          </p:nvPr>
        </p:nvSpPr>
        <p:spPr>
          <a:xfrm>
            <a:off x="9140971" y="6226198"/>
            <a:ext cx="2743200" cy="365125"/>
          </a:xfrm>
        </p:spPr>
        <p:txBody>
          <a:bodyPr/>
          <a:lstStyle/>
          <a:p>
            <a:pPr>
              <a:spcAft>
                <a:spcPts val="600"/>
              </a:spcAft>
            </a:pPr>
            <a:fld id="{FE024F78-56A6-7740-B68D-8D4D026EDF3F}" type="slidenum">
              <a:rPr lang="en-US" smtClean="0"/>
              <a:pPr>
                <a:spcAft>
                  <a:spcPts val="600"/>
                </a:spcAft>
              </a:pPr>
              <a:t>6</a:t>
            </a:fld>
            <a:endParaRPr lang="en-US"/>
          </a:p>
        </p:txBody>
      </p:sp>
      <p:sp>
        <p:nvSpPr>
          <p:cNvPr id="3" name="Rectangle 2" hidden="1">
            <a:extLst>
              <a:ext uri="{FF2B5EF4-FFF2-40B4-BE49-F238E27FC236}">
                <a16:creationId xmlns:a16="http://schemas.microsoft.com/office/drawing/2014/main" id="{8692FC88-DAD7-F5AD-7831-DE54322108F6}"/>
              </a:ext>
              <a:ext uri="{C183D7F6-B498-43B3-948B-1728B52AA6E4}">
                <adec:decorative xmlns:adec="http://schemas.microsoft.com/office/drawing/2017/decorative" val="1"/>
              </a:ext>
            </a:extLst>
          </p:cNvPr>
          <p:cNvSpPr/>
          <p:nvPr/>
        </p:nvSpPr>
        <p:spPr>
          <a:xfrm>
            <a:off x="1" y="2"/>
            <a:ext cx="12227942" cy="6857997"/>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330733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A29A4-AAFD-04EE-0732-0671E83D5EF1}"/>
              </a:ext>
            </a:extLst>
          </p:cNvPr>
          <p:cNvSpPr>
            <a:spLocks noGrp="1"/>
          </p:cNvSpPr>
          <p:nvPr>
            <p:ph type="title"/>
          </p:nvPr>
        </p:nvSpPr>
        <p:spPr>
          <a:xfrm>
            <a:off x="6889627" y="336550"/>
            <a:ext cx="4352662" cy="1751798"/>
          </a:xfrm>
        </p:spPr>
        <p:txBody>
          <a:bodyPr anchor="b">
            <a:normAutofit/>
          </a:bodyPr>
          <a:lstStyle/>
          <a:p>
            <a:r>
              <a:rPr lang="en-US" dirty="0"/>
              <a:t>Enrollment and Waitlist Features</a:t>
            </a:r>
          </a:p>
        </p:txBody>
      </p:sp>
      <p:pic>
        <p:nvPicPr>
          <p:cNvPr id="11" name="Picture 10">
            <a:extLst>
              <a:ext uri="{FF2B5EF4-FFF2-40B4-BE49-F238E27FC236}">
                <a16:creationId xmlns:a16="http://schemas.microsoft.com/office/drawing/2014/main" id="{124E9E2E-6DB0-1425-878D-CA25C6EC6149}"/>
              </a:ext>
            </a:extLst>
          </p:cNvPr>
          <p:cNvPicPr>
            <a:picLocks noChangeAspect="1"/>
          </p:cNvPicPr>
          <p:nvPr/>
        </p:nvPicPr>
        <p:blipFill>
          <a:blip r:embed="rId3"/>
          <a:srcRect l="6467" r="4207" b="-2"/>
          <a:stretch>
            <a:fillRect/>
          </a:stretch>
        </p:blipFill>
        <p:spPr>
          <a:xfrm>
            <a:off x="336550" y="336550"/>
            <a:ext cx="5303640" cy="6184900"/>
          </a:xfrm>
          <a:prstGeom prst="rect">
            <a:avLst/>
          </a:prstGeom>
          <a:noFill/>
        </p:spPr>
      </p:pic>
      <p:pic>
        <p:nvPicPr>
          <p:cNvPr id="13" name="Picture 12">
            <a:extLst>
              <a:ext uri="{FF2B5EF4-FFF2-40B4-BE49-F238E27FC236}">
                <a16:creationId xmlns:a16="http://schemas.microsoft.com/office/drawing/2014/main" id="{F9BE27FF-2E87-E50C-3049-A3C2F79739B8}"/>
              </a:ext>
            </a:extLst>
          </p:cNvPr>
          <p:cNvPicPr>
            <a:picLocks noChangeAspect="1"/>
          </p:cNvPicPr>
          <p:nvPr/>
        </p:nvPicPr>
        <p:blipFill>
          <a:blip r:embed="rId4"/>
          <a:srcRect t="36744" r="-1" b="-1"/>
          <a:stretch>
            <a:fillRect/>
          </a:stretch>
        </p:blipFill>
        <p:spPr>
          <a:xfrm>
            <a:off x="6889627" y="3104277"/>
            <a:ext cx="4371560" cy="3022201"/>
          </a:xfrm>
          <a:prstGeom prst="rect">
            <a:avLst/>
          </a:prstGeom>
          <a:noFill/>
        </p:spPr>
      </p:pic>
      <p:sp>
        <p:nvSpPr>
          <p:cNvPr id="5" name="Slide Number Placeholder 4">
            <a:extLst>
              <a:ext uri="{FF2B5EF4-FFF2-40B4-BE49-F238E27FC236}">
                <a16:creationId xmlns:a16="http://schemas.microsoft.com/office/drawing/2014/main" id="{23E23533-91C6-420C-B7D7-4977ACF73ACF}"/>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7</a:t>
            </a:fld>
            <a:endParaRPr lang="en-US"/>
          </a:p>
        </p:txBody>
      </p:sp>
    </p:spTree>
    <p:extLst>
      <p:ext uri="{BB962C8B-B14F-4D97-AF65-F5344CB8AC3E}">
        <p14:creationId xmlns:p14="http://schemas.microsoft.com/office/powerpoint/2010/main" val="1073601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83E06-8BEA-1DD3-D0D6-391C08880EBF}"/>
              </a:ext>
            </a:extLst>
          </p:cNvPr>
          <p:cNvSpPr>
            <a:spLocks noGrp="1"/>
          </p:cNvSpPr>
          <p:nvPr>
            <p:ph type="title"/>
          </p:nvPr>
        </p:nvSpPr>
        <p:spPr>
          <a:xfrm>
            <a:off x="741681" y="430482"/>
            <a:ext cx="10873836" cy="695674"/>
          </a:xfrm>
        </p:spPr>
        <p:txBody>
          <a:bodyPr/>
          <a:lstStyle/>
          <a:p>
            <a:r>
              <a:rPr lang="en-US" dirty="0"/>
              <a:t>Student Profile and Course Management</a:t>
            </a:r>
          </a:p>
        </p:txBody>
      </p:sp>
      <p:sp>
        <p:nvSpPr>
          <p:cNvPr id="5" name="Slide Number Placeholder 4">
            <a:extLst>
              <a:ext uri="{FF2B5EF4-FFF2-40B4-BE49-F238E27FC236}">
                <a16:creationId xmlns:a16="http://schemas.microsoft.com/office/drawing/2014/main" id="{E87B8B6A-2B28-5C38-80E7-0EBE705FFBBF}"/>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8</a:t>
            </a:fld>
            <a:endParaRPr lang="en-US" dirty="0"/>
          </a:p>
        </p:txBody>
      </p:sp>
      <p:pic>
        <p:nvPicPr>
          <p:cNvPr id="11" name="Picture 10">
            <a:extLst>
              <a:ext uri="{FF2B5EF4-FFF2-40B4-BE49-F238E27FC236}">
                <a16:creationId xmlns:a16="http://schemas.microsoft.com/office/drawing/2014/main" id="{632B10EF-64F4-4FD9-8B4C-E164D2601276}"/>
              </a:ext>
            </a:extLst>
          </p:cNvPr>
          <p:cNvPicPr>
            <a:picLocks noChangeAspect="1"/>
          </p:cNvPicPr>
          <p:nvPr/>
        </p:nvPicPr>
        <p:blipFill>
          <a:blip r:embed="rId3"/>
          <a:stretch>
            <a:fillRect/>
          </a:stretch>
        </p:blipFill>
        <p:spPr>
          <a:xfrm>
            <a:off x="689168" y="1248205"/>
            <a:ext cx="4438088" cy="4855944"/>
          </a:xfrm>
          <a:prstGeom prst="rect">
            <a:avLst/>
          </a:prstGeom>
        </p:spPr>
      </p:pic>
      <p:pic>
        <p:nvPicPr>
          <p:cNvPr id="13" name="Picture 12">
            <a:extLst>
              <a:ext uri="{FF2B5EF4-FFF2-40B4-BE49-F238E27FC236}">
                <a16:creationId xmlns:a16="http://schemas.microsoft.com/office/drawing/2014/main" id="{5C3406D7-8CCE-3D48-005D-6CD05A5B2931}"/>
              </a:ext>
            </a:extLst>
          </p:cNvPr>
          <p:cNvPicPr>
            <a:picLocks noChangeAspect="1"/>
          </p:cNvPicPr>
          <p:nvPr/>
        </p:nvPicPr>
        <p:blipFill>
          <a:blip r:embed="rId4"/>
          <a:stretch>
            <a:fillRect/>
          </a:stretch>
        </p:blipFill>
        <p:spPr>
          <a:xfrm>
            <a:off x="5198241" y="2547307"/>
            <a:ext cx="3381847" cy="2257740"/>
          </a:xfrm>
          <a:prstGeom prst="rect">
            <a:avLst/>
          </a:prstGeom>
        </p:spPr>
      </p:pic>
      <p:pic>
        <p:nvPicPr>
          <p:cNvPr id="15" name="Picture 14">
            <a:extLst>
              <a:ext uri="{FF2B5EF4-FFF2-40B4-BE49-F238E27FC236}">
                <a16:creationId xmlns:a16="http://schemas.microsoft.com/office/drawing/2014/main" id="{160AA390-4799-BE0E-582C-90B890A412EB}"/>
              </a:ext>
            </a:extLst>
          </p:cNvPr>
          <p:cNvPicPr>
            <a:picLocks noChangeAspect="1"/>
          </p:cNvPicPr>
          <p:nvPr/>
        </p:nvPicPr>
        <p:blipFill>
          <a:blip r:embed="rId5"/>
          <a:stretch>
            <a:fillRect/>
          </a:stretch>
        </p:blipFill>
        <p:spPr>
          <a:xfrm>
            <a:off x="8651073" y="1126156"/>
            <a:ext cx="2851759" cy="5110737"/>
          </a:xfrm>
          <a:prstGeom prst="rect">
            <a:avLst/>
          </a:prstGeom>
        </p:spPr>
      </p:pic>
    </p:spTree>
    <p:extLst>
      <p:ext uri="{BB962C8B-B14F-4D97-AF65-F5344CB8AC3E}">
        <p14:creationId xmlns:p14="http://schemas.microsoft.com/office/powerpoint/2010/main" val="2728059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EB8B-0AB9-7554-AEEA-E8D744959E9A}"/>
              </a:ext>
            </a:extLst>
          </p:cNvPr>
          <p:cNvSpPr>
            <a:spLocks noGrp="1"/>
          </p:cNvSpPr>
          <p:nvPr>
            <p:ph type="title"/>
          </p:nvPr>
        </p:nvSpPr>
        <p:spPr>
          <a:xfrm>
            <a:off x="448056" y="173736"/>
            <a:ext cx="10794233" cy="795528"/>
          </a:xfrm>
        </p:spPr>
        <p:txBody>
          <a:bodyPr/>
          <a:lstStyle/>
          <a:p>
            <a:pPr lvl="0"/>
            <a:r>
              <a:rPr lang="en-US" dirty="0"/>
              <a:t>Database Design and Backend Development</a:t>
            </a:r>
            <a:endParaRPr lang="en-US" noProof="0" dirty="0"/>
          </a:p>
        </p:txBody>
      </p:sp>
      <p:sp>
        <p:nvSpPr>
          <p:cNvPr id="4" name="Slide Number Placeholder 3">
            <a:extLst>
              <a:ext uri="{FF2B5EF4-FFF2-40B4-BE49-F238E27FC236}">
                <a16:creationId xmlns:a16="http://schemas.microsoft.com/office/drawing/2014/main" id="{921DB868-BEE2-49F7-9AC5-A3B143880250}"/>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9</a:t>
            </a:fld>
            <a:endParaRPr lang="en-US" dirty="0"/>
          </a:p>
        </p:txBody>
      </p:sp>
      <p:pic>
        <p:nvPicPr>
          <p:cNvPr id="11" name="Picture 10">
            <a:extLst>
              <a:ext uri="{FF2B5EF4-FFF2-40B4-BE49-F238E27FC236}">
                <a16:creationId xmlns:a16="http://schemas.microsoft.com/office/drawing/2014/main" id="{A909DA5D-5E8C-0CF0-A9C0-B8375D7E4DB3}"/>
              </a:ext>
            </a:extLst>
          </p:cNvPr>
          <p:cNvPicPr>
            <a:picLocks noChangeAspect="1"/>
          </p:cNvPicPr>
          <p:nvPr/>
        </p:nvPicPr>
        <p:blipFill>
          <a:blip r:embed="rId3"/>
          <a:stretch>
            <a:fillRect/>
          </a:stretch>
        </p:blipFill>
        <p:spPr>
          <a:xfrm>
            <a:off x="1293641" y="3737978"/>
            <a:ext cx="9392961" cy="1762371"/>
          </a:xfrm>
          <a:prstGeom prst="rect">
            <a:avLst/>
          </a:prstGeom>
        </p:spPr>
      </p:pic>
      <p:pic>
        <p:nvPicPr>
          <p:cNvPr id="13" name="Picture 12">
            <a:extLst>
              <a:ext uri="{FF2B5EF4-FFF2-40B4-BE49-F238E27FC236}">
                <a16:creationId xmlns:a16="http://schemas.microsoft.com/office/drawing/2014/main" id="{77B0142E-2202-91E4-C22F-D28E08753D8C}"/>
              </a:ext>
            </a:extLst>
          </p:cNvPr>
          <p:cNvPicPr>
            <a:picLocks noChangeAspect="1"/>
          </p:cNvPicPr>
          <p:nvPr/>
        </p:nvPicPr>
        <p:blipFill>
          <a:blip r:embed="rId4"/>
          <a:stretch>
            <a:fillRect/>
          </a:stretch>
        </p:blipFill>
        <p:spPr>
          <a:xfrm>
            <a:off x="452442" y="2157216"/>
            <a:ext cx="11287115" cy="1038370"/>
          </a:xfrm>
          <a:prstGeom prst="rect">
            <a:avLst/>
          </a:prstGeom>
        </p:spPr>
      </p:pic>
    </p:spTree>
    <p:extLst>
      <p:ext uri="{BB962C8B-B14F-4D97-AF65-F5344CB8AC3E}">
        <p14:creationId xmlns:p14="http://schemas.microsoft.com/office/powerpoint/2010/main" val="910315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DE3104-398C-EF95-D86E-630F512487F9}"/>
              </a:ext>
            </a:extLst>
          </p:cNvPr>
          <p:cNvSpPr>
            <a:spLocks noGrp="1"/>
          </p:cNvSpPr>
          <p:nvPr>
            <p:ph type="title"/>
          </p:nvPr>
        </p:nvSpPr>
        <p:spPr>
          <a:xfrm>
            <a:off x="2399620" y="162560"/>
            <a:ext cx="8843050" cy="1616904"/>
          </a:xfrm>
        </p:spPr>
        <p:txBody>
          <a:bodyPr anchor="b">
            <a:normAutofit/>
          </a:bodyPr>
          <a:lstStyle/>
          <a:p>
            <a:pPr lvl="0"/>
            <a:r>
              <a:rPr lang="en-US" dirty="0"/>
              <a:t>PHP Code and Testing</a:t>
            </a:r>
            <a:endParaRPr lang="en-US" noProof="0" dirty="0"/>
          </a:p>
        </p:txBody>
      </p:sp>
      <p:pic>
        <p:nvPicPr>
          <p:cNvPr id="12" name="Picture 11">
            <a:extLst>
              <a:ext uri="{FF2B5EF4-FFF2-40B4-BE49-F238E27FC236}">
                <a16:creationId xmlns:a16="http://schemas.microsoft.com/office/drawing/2014/main" id="{118AFCAE-4D21-70F7-BD8D-E2C1D0E3EC2A}"/>
              </a:ext>
            </a:extLst>
          </p:cNvPr>
          <p:cNvPicPr>
            <a:picLocks noChangeAspect="1"/>
          </p:cNvPicPr>
          <p:nvPr/>
        </p:nvPicPr>
        <p:blipFill>
          <a:blip r:embed="rId3"/>
          <a:stretch>
            <a:fillRect/>
          </a:stretch>
        </p:blipFill>
        <p:spPr>
          <a:xfrm>
            <a:off x="2373002" y="2723310"/>
            <a:ext cx="4015098" cy="3031398"/>
          </a:xfrm>
          <a:prstGeom prst="rect">
            <a:avLst/>
          </a:prstGeom>
          <a:noFill/>
        </p:spPr>
      </p:pic>
      <p:pic>
        <p:nvPicPr>
          <p:cNvPr id="10" name="Picture 9">
            <a:extLst>
              <a:ext uri="{FF2B5EF4-FFF2-40B4-BE49-F238E27FC236}">
                <a16:creationId xmlns:a16="http://schemas.microsoft.com/office/drawing/2014/main" id="{0B9B19E6-D532-48C4-AF14-023FF34AD1BD}"/>
              </a:ext>
            </a:extLst>
          </p:cNvPr>
          <p:cNvPicPr>
            <a:picLocks noChangeAspect="1"/>
          </p:cNvPicPr>
          <p:nvPr/>
        </p:nvPicPr>
        <p:blipFill>
          <a:blip r:embed="rId4"/>
          <a:stretch>
            <a:fillRect/>
          </a:stretch>
        </p:blipFill>
        <p:spPr>
          <a:xfrm>
            <a:off x="6995159" y="3007799"/>
            <a:ext cx="4227332" cy="2462421"/>
          </a:xfrm>
          <a:prstGeom prst="rect">
            <a:avLst/>
          </a:prstGeom>
          <a:noFill/>
        </p:spPr>
      </p:pic>
      <p:sp>
        <p:nvSpPr>
          <p:cNvPr id="17" name="Slide Number Placeholder 4">
            <a:extLst>
              <a:ext uri="{FF2B5EF4-FFF2-40B4-BE49-F238E27FC236}">
                <a16:creationId xmlns:a16="http://schemas.microsoft.com/office/drawing/2014/main" id="{32100090-AD2B-E3CE-03A7-72A5E6B1AD9E}"/>
              </a:ext>
            </a:extLst>
          </p:cNvPr>
          <p:cNvSpPr>
            <a:spLocks noGrp="1"/>
          </p:cNvSpPr>
          <p:nvPr>
            <p:ph type="sldNum" sz="quarter" idx="12"/>
          </p:nvPr>
        </p:nvSpPr>
        <p:spPr>
          <a:xfrm>
            <a:off x="9140971" y="6226198"/>
            <a:ext cx="2743200" cy="365125"/>
          </a:xfrm>
        </p:spPr>
        <p:txBody>
          <a:bodyPr anchor="ctr">
            <a:normAutofit/>
          </a:bodyPr>
          <a:lstStyle/>
          <a:p>
            <a:pPr>
              <a:spcAft>
                <a:spcPts val="600"/>
              </a:spcAft>
            </a:pPr>
            <a:fld id="{FE024F78-56A6-7740-B68D-8D4D026EDF3F}" type="slidenum">
              <a:rPr lang="en-US" smtClean="0"/>
              <a:pPr>
                <a:spcAft>
                  <a:spcPts val="600"/>
                </a:spcAft>
              </a:pPr>
              <a:t>10</a:t>
            </a:fld>
            <a:endParaRPr lang="en-US"/>
          </a:p>
        </p:txBody>
      </p:sp>
    </p:spTree>
    <p:extLst>
      <p:ext uri="{BB962C8B-B14F-4D97-AF65-F5344CB8AC3E}">
        <p14:creationId xmlns:p14="http://schemas.microsoft.com/office/powerpoint/2010/main" val="21700711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E810E-8E37-1D8A-245B-020E4E4C0B9F}"/>
              </a:ext>
            </a:extLst>
          </p:cNvPr>
          <p:cNvSpPr>
            <a:spLocks noGrp="1"/>
          </p:cNvSpPr>
          <p:nvPr>
            <p:ph type="title"/>
          </p:nvPr>
        </p:nvSpPr>
        <p:spPr>
          <a:xfrm>
            <a:off x="733562" y="433906"/>
            <a:ext cx="10515601" cy="1327464"/>
          </a:xfrm>
        </p:spPr>
        <p:txBody>
          <a:bodyPr/>
          <a:lstStyle/>
          <a:p>
            <a:r>
              <a:rPr lang="en-US" dirty="0"/>
              <a:t>Lessons Learned and Conclusion</a:t>
            </a:r>
          </a:p>
        </p:txBody>
      </p:sp>
      <p:sp>
        <p:nvSpPr>
          <p:cNvPr id="3" name="Content Placeholder 2">
            <a:extLst>
              <a:ext uri="{FF2B5EF4-FFF2-40B4-BE49-F238E27FC236}">
                <a16:creationId xmlns:a16="http://schemas.microsoft.com/office/drawing/2014/main" id="{7D7CECA3-144C-CD4B-9246-81B4F2E65466}"/>
              </a:ext>
            </a:extLst>
          </p:cNvPr>
          <p:cNvSpPr>
            <a:spLocks noGrp="1"/>
          </p:cNvSpPr>
          <p:nvPr>
            <p:ph sz="quarter" idx="36"/>
          </p:nvPr>
        </p:nvSpPr>
        <p:spPr>
          <a:xfrm>
            <a:off x="814302" y="2465535"/>
            <a:ext cx="7303538" cy="3427265"/>
          </a:xfrm>
        </p:spPr>
        <p:txBody>
          <a:bodyPr/>
          <a:lstStyle/>
          <a:p>
            <a:r>
              <a:rPr lang="en-US" dirty="0"/>
              <a:t>Lessons Learned:</a:t>
            </a:r>
          </a:p>
          <a:p>
            <a:r>
              <a:rPr lang="en-US" dirty="0"/>
              <a:t>Database Design </a:t>
            </a:r>
          </a:p>
          <a:p>
            <a:r>
              <a:rPr lang="en-US" dirty="0"/>
              <a:t>PHP Development </a:t>
            </a:r>
          </a:p>
          <a:p>
            <a:r>
              <a:rPr lang="en-US" dirty="0"/>
              <a:t>GitHub Version Control </a:t>
            </a:r>
          </a:p>
          <a:p>
            <a:r>
              <a:rPr lang="en-US" dirty="0"/>
              <a:t>Testing and Debugging </a:t>
            </a:r>
          </a:p>
          <a:p>
            <a:r>
              <a:rPr lang="en-US" dirty="0"/>
              <a:t>Software Project Management</a:t>
            </a:r>
          </a:p>
        </p:txBody>
      </p:sp>
      <p:sp>
        <p:nvSpPr>
          <p:cNvPr id="4" name="Slide Number Placeholder 3">
            <a:extLst>
              <a:ext uri="{FF2B5EF4-FFF2-40B4-BE49-F238E27FC236}">
                <a16:creationId xmlns:a16="http://schemas.microsoft.com/office/drawing/2014/main" id="{FD1E69EA-A9E8-C521-7C62-DA1F24879918}"/>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11</a:t>
            </a:fld>
            <a:endParaRPr lang="en-US" dirty="0"/>
          </a:p>
        </p:txBody>
      </p:sp>
    </p:spTree>
    <p:extLst>
      <p:ext uri="{BB962C8B-B14F-4D97-AF65-F5344CB8AC3E}">
        <p14:creationId xmlns:p14="http://schemas.microsoft.com/office/powerpoint/2010/main" val="79695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EF125C3-99F8-5ABF-1328-0370F112121B}"/>
              </a:ext>
            </a:extLst>
          </p:cNvPr>
          <p:cNvSpPr>
            <a:spLocks noGrp="1"/>
          </p:cNvSpPr>
          <p:nvPr>
            <p:ph type="title"/>
          </p:nvPr>
        </p:nvSpPr>
        <p:spPr>
          <a:xfrm>
            <a:off x="835370" y="643842"/>
            <a:ext cx="10515601" cy="1140849"/>
          </a:xfrm>
        </p:spPr>
        <p:txBody>
          <a:bodyPr/>
          <a:lstStyle/>
          <a:p>
            <a:r>
              <a:rPr lang="en-US" dirty="0"/>
              <a:t>References</a:t>
            </a:r>
          </a:p>
        </p:txBody>
      </p:sp>
      <p:sp>
        <p:nvSpPr>
          <p:cNvPr id="4" name="Slide Number Placeholder 3">
            <a:extLst>
              <a:ext uri="{FF2B5EF4-FFF2-40B4-BE49-F238E27FC236}">
                <a16:creationId xmlns:a16="http://schemas.microsoft.com/office/drawing/2014/main" id="{48EA189C-8A41-5C63-2470-06541519CBCD}"/>
              </a:ext>
            </a:extLst>
          </p:cNvPr>
          <p:cNvSpPr>
            <a:spLocks noGrp="1"/>
          </p:cNvSpPr>
          <p:nvPr>
            <p:ph type="sldNum" sz="quarter" idx="12"/>
          </p:nvPr>
        </p:nvSpPr>
        <p:spPr>
          <a:xfrm>
            <a:off x="9140971" y="6226198"/>
            <a:ext cx="2743200" cy="365125"/>
          </a:xfrm>
        </p:spPr>
        <p:txBody>
          <a:bodyPr/>
          <a:lstStyle/>
          <a:p>
            <a:fld id="{FE024F78-56A6-7740-B68D-8D4D026EDF3F}" type="slidenum">
              <a:rPr lang="en-US" smtClean="0"/>
              <a:pPr/>
              <a:t>12</a:t>
            </a:fld>
            <a:endParaRPr lang="en-US" dirty="0"/>
          </a:p>
        </p:txBody>
      </p:sp>
      <p:sp>
        <p:nvSpPr>
          <p:cNvPr id="7" name="Text Placeholder 2">
            <a:extLst>
              <a:ext uri="{FF2B5EF4-FFF2-40B4-BE49-F238E27FC236}">
                <a16:creationId xmlns:a16="http://schemas.microsoft.com/office/drawing/2014/main" id="{1C4A35EC-2135-9E7F-E656-39CFC340D306}"/>
              </a:ext>
            </a:extLst>
          </p:cNvPr>
          <p:cNvSpPr txBox="1">
            <a:spLocks/>
          </p:cNvSpPr>
          <p:nvPr/>
        </p:nvSpPr>
        <p:spPr>
          <a:xfrm>
            <a:off x="835370" y="2629082"/>
            <a:ext cx="4413250" cy="2752725"/>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accent3"/>
                </a:solidFill>
                <a:latin typeface="+mj-lt"/>
                <a:ea typeface="+mn-ea"/>
                <a:cs typeface="Biome" panose="020B0503030204020804" pitchFamily="34" charset="0"/>
              </a:defRPr>
            </a:lvl1pPr>
            <a:lvl2pPr marL="800100" indent="-342900" algn="l" defTabSz="914400" rtl="0" eaLnBrk="1" latinLnBrk="0" hangingPunct="1">
              <a:lnSpc>
                <a:spcPct val="90000"/>
              </a:lnSpc>
              <a:spcBef>
                <a:spcPts val="500"/>
              </a:spcBef>
              <a:buClr>
                <a:schemeClr val="accent6"/>
              </a:buClr>
              <a:buFont typeface="Arial" panose="020B0604020202020204" pitchFamily="34" charset="0"/>
              <a:buChar char="•"/>
              <a:defRPr sz="2400" kern="1200">
                <a:solidFill>
                  <a:schemeClr val="bg1"/>
                </a:solidFill>
                <a:latin typeface="+mn-lt"/>
                <a:ea typeface="+mn-ea"/>
                <a:cs typeface="+mn-cs"/>
              </a:defRPr>
            </a:lvl2pPr>
            <a:lvl3pPr marL="1257300" indent="-342900" algn="l" defTabSz="914400" rtl="0" eaLnBrk="1" latinLnBrk="0" hangingPunct="1">
              <a:lnSpc>
                <a:spcPct val="90000"/>
              </a:lnSpc>
              <a:spcBef>
                <a:spcPts val="500"/>
              </a:spcBef>
              <a:buClr>
                <a:schemeClr val="accent6"/>
              </a:buClr>
              <a:buFont typeface="Arial" panose="020B0604020202020204" pitchFamily="34" charset="0"/>
              <a:buChar char="•"/>
              <a:defRPr sz="2000" kern="1200">
                <a:solidFill>
                  <a:schemeClr val="bg1"/>
                </a:solidFill>
                <a:latin typeface="+mn-lt"/>
                <a:ea typeface="+mn-ea"/>
                <a:cs typeface="+mn-cs"/>
              </a:defRPr>
            </a:lvl3pPr>
            <a:lvl4pPr marL="16573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4pPr>
            <a:lvl5pPr marL="2114550" indent="-285750" algn="l" defTabSz="914400" rtl="0" eaLnBrk="1" latinLnBrk="0" hangingPunct="1">
              <a:lnSpc>
                <a:spcPct val="90000"/>
              </a:lnSpc>
              <a:spcBef>
                <a:spcPts val="500"/>
              </a:spcBef>
              <a:buClr>
                <a:schemeClr val="accent6"/>
              </a:buClr>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10" name="TextBox 9">
            <a:extLst>
              <a:ext uri="{FF2B5EF4-FFF2-40B4-BE49-F238E27FC236}">
                <a16:creationId xmlns:a16="http://schemas.microsoft.com/office/drawing/2014/main" id="{7BC7E556-19AE-913D-E8CF-2F852AB8E034}"/>
              </a:ext>
            </a:extLst>
          </p:cNvPr>
          <p:cNvSpPr txBox="1"/>
          <p:nvPr/>
        </p:nvSpPr>
        <p:spPr>
          <a:xfrm>
            <a:off x="835370" y="2212848"/>
            <a:ext cx="10430038" cy="3816429"/>
          </a:xfrm>
          <a:prstGeom prst="rect">
            <a:avLst/>
          </a:prstGeom>
          <a:noFill/>
        </p:spPr>
        <p:txBody>
          <a:bodyPr wrap="square" rtlCol="0">
            <a:spAutoFit/>
          </a:bodyPr>
          <a:lstStyle/>
          <a:p>
            <a:r>
              <a:rPr lang="en-US" sz="1600" dirty="0">
                <a:solidFill>
                  <a:schemeClr val="bg1"/>
                </a:solidFill>
              </a:rPr>
              <a:t>Guru99. (n.d.). Test plan template: Sample document with web application example. https://www.guru99.com/test-plan-for-project.html</a:t>
            </a:r>
          </a:p>
          <a:p>
            <a:endParaRPr lang="en-US" sz="1600" dirty="0">
              <a:solidFill>
                <a:schemeClr val="bg1"/>
              </a:solidFill>
            </a:endParaRPr>
          </a:p>
          <a:p>
            <a:r>
              <a:rPr lang="en-US" sz="1600" dirty="0">
                <a:solidFill>
                  <a:schemeClr val="bg1"/>
                </a:solidFill>
              </a:rPr>
              <a:t>GitHub. (n.d.). GitHub. https://github.com</a:t>
            </a:r>
          </a:p>
          <a:p>
            <a:endParaRPr lang="en-US" sz="1600" dirty="0">
              <a:solidFill>
                <a:schemeClr val="bg1"/>
              </a:solidFill>
            </a:endParaRPr>
          </a:p>
          <a:p>
            <a:r>
              <a:rPr lang="en-US" sz="1600" dirty="0">
                <a:solidFill>
                  <a:schemeClr val="bg1"/>
                </a:solidFill>
              </a:rPr>
              <a:t>Spillner, A., Linz, T., &amp; Schaefer, H. (2014). Software testing foundations: A study guide for the certified tester exam (4th ed.). Rocky Nook.</a:t>
            </a:r>
          </a:p>
          <a:p>
            <a:endParaRPr lang="en-US" sz="1600" dirty="0">
              <a:solidFill>
                <a:schemeClr val="bg1"/>
              </a:solidFill>
            </a:endParaRPr>
          </a:p>
          <a:p>
            <a:r>
              <a:rPr lang="en-US" sz="1600" dirty="0">
                <a:solidFill>
                  <a:schemeClr val="bg1"/>
                </a:solidFill>
              </a:rPr>
              <a:t>Tsui, F., Karam, O., &amp; Bernal, B. (2018). Essentials of software engineering (4th ed.). Jones &amp; Bartlett Learning.</a:t>
            </a:r>
          </a:p>
          <a:p>
            <a:endParaRPr lang="en-US" sz="1600" dirty="0">
              <a:solidFill>
                <a:schemeClr val="bg1"/>
              </a:solidFill>
            </a:endParaRPr>
          </a:p>
          <a:p>
            <a:r>
              <a:rPr lang="en-US" sz="1600" dirty="0">
                <a:solidFill>
                  <a:schemeClr val="bg1"/>
                </a:solidFill>
              </a:rPr>
              <a:t>The PHP Group. (n.d.). PHP: Hypertext Preprocessor. https://www.php.net</a:t>
            </a:r>
          </a:p>
          <a:p>
            <a:endParaRPr lang="en-US" sz="1600" dirty="0">
              <a:solidFill>
                <a:schemeClr val="bg1"/>
              </a:solidFill>
            </a:endParaRPr>
          </a:p>
          <a:p>
            <a:r>
              <a:rPr lang="en-US" sz="1600" dirty="0">
                <a:solidFill>
                  <a:schemeClr val="bg1"/>
                </a:solidFill>
              </a:rPr>
              <a:t>Oracle. (n.d.). MySQL documentation. https://dev.mysql.com/doc/</a:t>
            </a:r>
          </a:p>
          <a:p>
            <a:endParaRPr lang="en-US" sz="1600" dirty="0">
              <a:solidFill>
                <a:schemeClr val="bg1"/>
              </a:solidFill>
            </a:endParaRPr>
          </a:p>
          <a:p>
            <a:r>
              <a:rPr lang="en-US" sz="1600" dirty="0">
                <a:solidFill>
                  <a:schemeClr val="bg1"/>
                </a:solidFill>
              </a:rPr>
              <a:t>Apache Friends. (n.d.). XAMPP. https://www.apachefriends.org</a:t>
            </a:r>
          </a:p>
        </p:txBody>
      </p:sp>
    </p:spTree>
    <p:extLst>
      <p:ext uri="{BB962C8B-B14F-4D97-AF65-F5344CB8AC3E}">
        <p14:creationId xmlns:p14="http://schemas.microsoft.com/office/powerpoint/2010/main" val="3304068007"/>
      </p:ext>
    </p:extLst>
  </p:cSld>
  <p:clrMapOvr>
    <a:masterClrMapping/>
  </p:clrMapOvr>
</p:sld>
</file>

<file path=ppt/theme/theme1.xml><?xml version="1.0" encoding="utf-8"?>
<a:theme xmlns:a="http://schemas.openxmlformats.org/drawingml/2006/main" name="Custom">
  <a:themeElements>
    <a:clrScheme name="Custom 17">
      <a:dk1>
        <a:srgbClr val="000000"/>
      </a:dk1>
      <a:lt1>
        <a:srgbClr val="FFFFFF"/>
      </a:lt1>
      <a:dk2>
        <a:srgbClr val="FC4EFB"/>
      </a:dk2>
      <a:lt2>
        <a:srgbClr val="E7E6E6"/>
      </a:lt2>
      <a:accent1>
        <a:srgbClr val="FAF24C"/>
      </a:accent1>
      <a:accent2>
        <a:srgbClr val="5EFCAC"/>
      </a:accent2>
      <a:accent3>
        <a:srgbClr val="73EBF9"/>
      </a:accent3>
      <a:accent4>
        <a:srgbClr val="316CFC"/>
      </a:accent4>
      <a:accent5>
        <a:srgbClr val="B059FD"/>
      </a:accent5>
      <a:accent6>
        <a:srgbClr val="9405FC"/>
      </a:accent6>
      <a:hlink>
        <a:srgbClr val="FFFFFF"/>
      </a:hlink>
      <a:folHlink>
        <a:srgbClr val="FFFFFF"/>
      </a:folHlink>
    </a:clrScheme>
    <a:fontScheme name="Custom 15">
      <a:majorFont>
        <a:latin typeface="Biome"/>
        <a:ea typeface=""/>
        <a:cs typeface=""/>
      </a:majorFont>
      <a:minorFont>
        <a:latin typeface="Arial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36837_win32_SL_V11" id="{EAD6EF7B-6F25-4469-AF6A-07D6EB1461DD}" vid="{30FEA78B-2F89-4FF0-8415-E3920802C58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77B561B-3A65-4A22-9691-EB838E7F9B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4137456-21FC-4AE2-8A94-BF06CAF2EB9B}">
  <ds:schemaRefs>
    <ds:schemaRef ds:uri="http://schemas.microsoft.com/sharepoint/v3/contenttype/forms"/>
  </ds:schemaRefs>
</ds:datastoreItem>
</file>

<file path=customXml/itemProps3.xml><?xml version="1.0" encoding="utf-8"?>
<ds:datastoreItem xmlns:ds="http://schemas.openxmlformats.org/officeDocument/2006/customXml" ds:itemID="{E305301E-11B3-4B9D-A588-21F3C9809371}">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{E4F07A5A-8002-402C-9529-2500B45FC062}TFe8699e8e-689b-4d7e-abcf-e888fd749829db3118dc_win32-d573b439b56f</Template>
  <TotalTime>77</TotalTime>
  <Words>979</Words>
  <Application>Microsoft Office PowerPoint</Application>
  <PresentationFormat>Widescreen</PresentationFormat>
  <Paragraphs>80</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Nova</vt:lpstr>
      <vt:lpstr>Biome</vt:lpstr>
      <vt:lpstr>Calibri</vt:lpstr>
      <vt:lpstr>Custom</vt:lpstr>
      <vt:lpstr>PowerPoint Presentation</vt:lpstr>
      <vt:lpstr>Project Overview</vt:lpstr>
      <vt:lpstr>Software Requirements Specification (SRS)</vt:lpstr>
      <vt:lpstr>PowerPoint Presentation</vt:lpstr>
      <vt:lpstr>Landing Page and Registration</vt:lpstr>
      <vt:lpstr>PowerPoint Presentation</vt:lpstr>
      <vt:lpstr>Enrollment and Waitlist Features</vt:lpstr>
      <vt:lpstr>Student Profile and Course Management</vt:lpstr>
      <vt:lpstr>Database Design and Backend Development</vt:lpstr>
      <vt:lpstr>PHP Code and Testing</vt:lpstr>
      <vt:lpstr>Lessons Learned and 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Jeremy Caston</dc:creator>
  <cp:lastModifiedBy>Jeremy Caston</cp:lastModifiedBy>
  <cp:revision>5</cp:revision>
  <dcterms:created xsi:type="dcterms:W3CDTF">2026-06-09T14:42:04Z</dcterms:created>
  <dcterms:modified xsi:type="dcterms:W3CDTF">2026-06-13T21:00:29Z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